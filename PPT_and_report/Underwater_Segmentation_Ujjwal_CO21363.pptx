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20"/>
  </p:notesMasterIdLst>
  <p:sldIdLst>
    <p:sldId id="256" r:id="rId2"/>
    <p:sldId id="257" r:id="rId3"/>
    <p:sldId id="258" r:id="rId4"/>
    <p:sldId id="293" r:id="rId5"/>
    <p:sldId id="303" r:id="rId6"/>
    <p:sldId id="282" r:id="rId7"/>
    <p:sldId id="298" r:id="rId8"/>
    <p:sldId id="295" r:id="rId9"/>
    <p:sldId id="299" r:id="rId10"/>
    <p:sldId id="294" r:id="rId11"/>
    <p:sldId id="297" r:id="rId12"/>
    <p:sldId id="301" r:id="rId13"/>
    <p:sldId id="302" r:id="rId14"/>
    <p:sldId id="296" r:id="rId15"/>
    <p:sldId id="304" r:id="rId16"/>
    <p:sldId id="300" r:id="rId17"/>
    <p:sldId id="292" r:id="rId18"/>
    <p:sldId id="280" r:id="rId19"/>
  </p:sldIdLst>
  <p:sldSz cx="9144000" cy="6858000" type="screen4x3"/>
  <p:notesSz cx="6761163" cy="9942513"/>
  <p:embeddedFontLst>
    <p:embeddedFont>
      <p:font typeface="Georgia" panose="02040502050405020303" pitchFamily="18" charset="0"/>
      <p:regular r:id="rId21"/>
      <p:bold r:id="rId22"/>
      <p:italic r:id="rId23"/>
      <p:boldItalic r:id="rId24"/>
    </p:embeddedFont>
    <p:embeddedFont>
      <p:font typeface="Libre Baskerville" panose="02000000000000000000" pitchFamily="2" charset="0"/>
      <p:regular r:id="rId25"/>
      <p:bold r:id="rId26"/>
      <p:italic r:id="rId27"/>
    </p:embeddedFont>
    <p:embeddedFont>
      <p:font typeface="Libre Franklin"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2">
          <p15:clr>
            <a:srgbClr val="A4A3A4"/>
          </p15:clr>
        </p15:guide>
        <p15:guide id="2" pos="213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3D1621-04DB-4E97-A191-3447DAE98E4A}" v="29" dt="2025-03-24T15:47:41.7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1"/>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132"/>
        <p:guide pos="213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jjwal Chopra" userId="83c5e716d81a20fa" providerId="LiveId" clId="{273D1621-04DB-4E97-A191-3447DAE98E4A}"/>
    <pc:docChg chg="undo custSel addSld modSld">
      <pc:chgData name="Ujjwal Chopra" userId="83c5e716d81a20fa" providerId="LiveId" clId="{273D1621-04DB-4E97-A191-3447DAE98E4A}" dt="2025-03-24T15:52:46.826" v="2277" actId="207"/>
      <pc:docMkLst>
        <pc:docMk/>
      </pc:docMkLst>
      <pc:sldChg chg="modSp mod">
        <pc:chgData name="Ujjwal Chopra" userId="83c5e716d81a20fa" providerId="LiveId" clId="{273D1621-04DB-4E97-A191-3447DAE98E4A}" dt="2025-03-24T15:52:46.826" v="2277" actId="207"/>
        <pc:sldMkLst>
          <pc:docMk/>
          <pc:sldMk cId="3200619618" sldId="282"/>
        </pc:sldMkLst>
        <pc:spChg chg="mod">
          <ac:chgData name="Ujjwal Chopra" userId="83c5e716d81a20fa" providerId="LiveId" clId="{273D1621-04DB-4E97-A191-3447DAE98E4A}" dt="2025-03-24T15:52:46.826" v="2277" actId="207"/>
          <ac:spMkLst>
            <pc:docMk/>
            <pc:sldMk cId="3200619618" sldId="282"/>
            <ac:spMk id="2" creationId="{D37DD886-460B-E1D8-D61A-427CB00D99D2}"/>
          </ac:spMkLst>
        </pc:spChg>
        <pc:spChg chg="mod">
          <ac:chgData name="Ujjwal Chopra" userId="83c5e716d81a20fa" providerId="LiveId" clId="{273D1621-04DB-4E97-A191-3447DAE98E4A}" dt="2025-03-24T15:16:45.270" v="898" actId="207"/>
          <ac:spMkLst>
            <pc:docMk/>
            <pc:sldMk cId="3200619618" sldId="282"/>
            <ac:spMk id="3" creationId="{E693942A-FB0A-7490-05C3-F10F043A8135}"/>
          </ac:spMkLst>
        </pc:spChg>
      </pc:sldChg>
      <pc:sldChg chg="modSp mod">
        <pc:chgData name="Ujjwal Chopra" userId="83c5e716d81a20fa" providerId="LiveId" clId="{273D1621-04DB-4E97-A191-3447DAE98E4A}" dt="2025-03-24T15:52:23.261" v="2274" actId="207"/>
        <pc:sldMkLst>
          <pc:docMk/>
          <pc:sldMk cId="1743792505" sldId="292"/>
        </pc:sldMkLst>
        <pc:spChg chg="mod">
          <ac:chgData name="Ujjwal Chopra" userId="83c5e716d81a20fa" providerId="LiveId" clId="{273D1621-04DB-4E97-A191-3447DAE98E4A}" dt="2025-03-24T15:21:40.288" v="973" actId="1076"/>
          <ac:spMkLst>
            <pc:docMk/>
            <pc:sldMk cId="1743792505" sldId="292"/>
            <ac:spMk id="2" creationId="{E39C427D-9D6D-CD5D-5239-4AB0195FAD01}"/>
          </ac:spMkLst>
        </pc:spChg>
        <pc:spChg chg="mod">
          <ac:chgData name="Ujjwal Chopra" userId="83c5e716d81a20fa" providerId="LiveId" clId="{273D1621-04DB-4E97-A191-3447DAE98E4A}" dt="2025-03-24T15:52:23.261" v="2274" actId="207"/>
          <ac:spMkLst>
            <pc:docMk/>
            <pc:sldMk cId="1743792505" sldId="292"/>
            <ac:spMk id="3" creationId="{4285E84A-2DE9-32BF-0248-DEB4D24327EC}"/>
          </ac:spMkLst>
        </pc:spChg>
      </pc:sldChg>
      <pc:sldChg chg="addSp modSp mod">
        <pc:chgData name="Ujjwal Chopra" userId="83c5e716d81a20fa" providerId="LiveId" clId="{273D1621-04DB-4E97-A191-3447DAE98E4A}" dt="2025-03-24T15:31:13.292" v="1114" actId="1076"/>
        <pc:sldMkLst>
          <pc:docMk/>
          <pc:sldMk cId="1201140126" sldId="293"/>
        </pc:sldMkLst>
        <pc:spChg chg="mod">
          <ac:chgData name="Ujjwal Chopra" userId="83c5e716d81a20fa" providerId="LiveId" clId="{273D1621-04DB-4E97-A191-3447DAE98E4A}" dt="2025-03-24T15:29:44.875" v="1074" actId="27636"/>
          <ac:spMkLst>
            <pc:docMk/>
            <pc:sldMk cId="1201140126" sldId="293"/>
            <ac:spMk id="3" creationId="{3F36A69E-99F9-24AD-412C-96EF7E6EEF97}"/>
          </ac:spMkLst>
        </pc:spChg>
        <pc:spChg chg="add mod">
          <ac:chgData name="Ujjwal Chopra" userId="83c5e716d81a20fa" providerId="LiveId" clId="{273D1621-04DB-4E97-A191-3447DAE98E4A}" dt="2025-03-24T15:31:13.292" v="1114" actId="1076"/>
          <ac:spMkLst>
            <pc:docMk/>
            <pc:sldMk cId="1201140126" sldId="293"/>
            <ac:spMk id="6" creationId="{A8D47F78-1E47-56DF-E3A2-E9432F099D52}"/>
          </ac:spMkLst>
        </pc:spChg>
        <pc:picChg chg="add mod">
          <ac:chgData name="Ujjwal Chopra" userId="83c5e716d81a20fa" providerId="LiveId" clId="{273D1621-04DB-4E97-A191-3447DAE98E4A}" dt="2025-03-24T15:30:17.903" v="1075" actId="1076"/>
          <ac:picMkLst>
            <pc:docMk/>
            <pc:sldMk cId="1201140126" sldId="293"/>
            <ac:picMk id="5" creationId="{32E734D5-7E0F-36E7-005D-8D6728A7B286}"/>
          </ac:picMkLst>
        </pc:picChg>
      </pc:sldChg>
      <pc:sldChg chg="modSp mod">
        <pc:chgData name="Ujjwal Chopra" userId="83c5e716d81a20fa" providerId="LiveId" clId="{273D1621-04DB-4E97-A191-3447DAE98E4A}" dt="2025-03-24T15:52:31.183" v="2275" actId="207"/>
        <pc:sldMkLst>
          <pc:docMk/>
          <pc:sldMk cId="606264374" sldId="294"/>
        </pc:sldMkLst>
        <pc:spChg chg="mod">
          <ac:chgData name="Ujjwal Chopra" userId="83c5e716d81a20fa" providerId="LiveId" clId="{273D1621-04DB-4E97-A191-3447DAE98E4A}" dt="2025-03-24T15:46:39.960" v="2169" actId="20577"/>
          <ac:spMkLst>
            <pc:docMk/>
            <pc:sldMk cId="606264374" sldId="294"/>
            <ac:spMk id="2" creationId="{152110A7-D48D-8F4A-EB3C-DDD30BD77868}"/>
          </ac:spMkLst>
        </pc:spChg>
        <pc:spChg chg="mod">
          <ac:chgData name="Ujjwal Chopra" userId="83c5e716d81a20fa" providerId="LiveId" clId="{273D1621-04DB-4E97-A191-3447DAE98E4A}" dt="2025-03-24T15:52:31.183" v="2275" actId="207"/>
          <ac:spMkLst>
            <pc:docMk/>
            <pc:sldMk cId="606264374" sldId="294"/>
            <ac:spMk id="3" creationId="{1656E5B2-9E36-F799-321A-8EF5C5AC21F7}"/>
          </ac:spMkLst>
        </pc:spChg>
      </pc:sldChg>
      <pc:sldChg chg="modSp mod">
        <pc:chgData name="Ujjwal Chopra" userId="83c5e716d81a20fa" providerId="LiveId" clId="{273D1621-04DB-4E97-A191-3447DAE98E4A}" dt="2025-03-24T15:52:38.068" v="2276" actId="207"/>
        <pc:sldMkLst>
          <pc:docMk/>
          <pc:sldMk cId="1585122402" sldId="295"/>
        </pc:sldMkLst>
        <pc:spChg chg="mod">
          <ac:chgData name="Ujjwal Chopra" userId="83c5e716d81a20fa" providerId="LiveId" clId="{273D1621-04DB-4E97-A191-3447DAE98E4A}" dt="2025-03-24T15:33:30.660" v="1301" actId="1076"/>
          <ac:spMkLst>
            <pc:docMk/>
            <pc:sldMk cId="1585122402" sldId="295"/>
            <ac:spMk id="2" creationId="{C23E90DD-13B1-FE1B-669F-CE90689C4483}"/>
          </ac:spMkLst>
        </pc:spChg>
        <pc:spChg chg="mod">
          <ac:chgData name="Ujjwal Chopra" userId="83c5e716d81a20fa" providerId="LiveId" clId="{273D1621-04DB-4E97-A191-3447DAE98E4A}" dt="2025-03-24T15:52:38.068" v="2276" actId="207"/>
          <ac:spMkLst>
            <pc:docMk/>
            <pc:sldMk cId="1585122402" sldId="295"/>
            <ac:spMk id="3" creationId="{300D6D45-6DA1-28B7-11F7-C99BEDE00D87}"/>
          </ac:spMkLst>
        </pc:spChg>
      </pc:sldChg>
      <pc:sldChg chg="addSp modSp mod">
        <pc:chgData name="Ujjwal Chopra" userId="83c5e716d81a20fa" providerId="LiveId" clId="{273D1621-04DB-4E97-A191-3447DAE98E4A}" dt="2025-03-24T15:44:56.094" v="2112" actId="20577"/>
        <pc:sldMkLst>
          <pc:docMk/>
          <pc:sldMk cId="4064510150" sldId="296"/>
        </pc:sldMkLst>
        <pc:spChg chg="mod">
          <ac:chgData name="Ujjwal Chopra" userId="83c5e716d81a20fa" providerId="LiveId" clId="{273D1621-04DB-4E97-A191-3447DAE98E4A}" dt="2025-03-24T15:42:38.074" v="1876" actId="27636"/>
          <ac:spMkLst>
            <pc:docMk/>
            <pc:sldMk cId="4064510150" sldId="296"/>
            <ac:spMk id="2" creationId="{D4F02134-FF9F-ADB9-E189-49ADD7B364D6}"/>
          </ac:spMkLst>
        </pc:spChg>
        <pc:spChg chg="add mod">
          <ac:chgData name="Ujjwal Chopra" userId="83c5e716d81a20fa" providerId="LiveId" clId="{273D1621-04DB-4E97-A191-3447DAE98E4A}" dt="2025-03-24T15:44:56.094" v="2112" actId="20577"/>
          <ac:spMkLst>
            <pc:docMk/>
            <pc:sldMk cId="4064510150" sldId="296"/>
            <ac:spMk id="3" creationId="{DFCE7B37-91C3-613B-04C9-FA65567C98F7}"/>
          </ac:spMkLst>
        </pc:spChg>
        <pc:graphicFrameChg chg="mod">
          <ac:chgData name="Ujjwal Chopra" userId="83c5e716d81a20fa" providerId="LiveId" clId="{273D1621-04DB-4E97-A191-3447DAE98E4A}" dt="2025-03-24T15:42:44.498" v="1877" actId="1076"/>
          <ac:graphicFrameMkLst>
            <pc:docMk/>
            <pc:sldMk cId="4064510150" sldId="296"/>
            <ac:graphicFrameMk id="4" creationId="{B458F3C3-7100-1B2D-079B-4B4E57A0A071}"/>
          </ac:graphicFrameMkLst>
        </pc:graphicFrameChg>
      </pc:sldChg>
      <pc:sldChg chg="modSp mod">
        <pc:chgData name="Ujjwal Chopra" userId="83c5e716d81a20fa" providerId="LiveId" clId="{273D1621-04DB-4E97-A191-3447DAE98E4A}" dt="2025-03-24T15:46:31.656" v="2165" actId="20577"/>
        <pc:sldMkLst>
          <pc:docMk/>
          <pc:sldMk cId="2711839344" sldId="297"/>
        </pc:sldMkLst>
        <pc:spChg chg="mod">
          <ac:chgData name="Ujjwal Chopra" userId="83c5e716d81a20fa" providerId="LiveId" clId="{273D1621-04DB-4E97-A191-3447DAE98E4A}" dt="2025-03-24T15:46:31.656" v="2165" actId="20577"/>
          <ac:spMkLst>
            <pc:docMk/>
            <pc:sldMk cId="2711839344" sldId="297"/>
            <ac:spMk id="5" creationId="{A001CFFD-2FF1-A0D3-EA91-2E449C1223F0}"/>
          </ac:spMkLst>
        </pc:spChg>
        <pc:picChg chg="mod">
          <ac:chgData name="Ujjwal Chopra" userId="83c5e716d81a20fa" providerId="LiveId" clId="{273D1621-04DB-4E97-A191-3447DAE98E4A}" dt="2025-03-24T15:34:41.881" v="1302" actId="14100"/>
          <ac:picMkLst>
            <pc:docMk/>
            <pc:sldMk cId="2711839344" sldId="297"/>
            <ac:picMk id="4" creationId="{716F67A7-98E7-D37A-D2A0-8B94C740669E}"/>
          </ac:picMkLst>
        </pc:picChg>
      </pc:sldChg>
      <pc:sldChg chg="addSp delSp modSp mod">
        <pc:chgData name="Ujjwal Chopra" userId="83c5e716d81a20fa" providerId="LiveId" clId="{273D1621-04DB-4E97-A191-3447DAE98E4A}" dt="2025-03-24T15:45:52.611" v="2143" actId="2711"/>
        <pc:sldMkLst>
          <pc:docMk/>
          <pc:sldMk cId="66582082" sldId="298"/>
        </pc:sldMkLst>
        <pc:spChg chg="mod">
          <ac:chgData name="Ujjwal Chopra" userId="83c5e716d81a20fa" providerId="LiveId" clId="{273D1621-04DB-4E97-A191-3447DAE98E4A}" dt="2025-03-24T15:45:52.611" v="2143" actId="2711"/>
          <ac:spMkLst>
            <pc:docMk/>
            <pc:sldMk cId="66582082" sldId="298"/>
            <ac:spMk id="3" creationId="{89A30EBE-3995-67F1-6627-0E76FE3E80C5}"/>
          </ac:spMkLst>
        </pc:spChg>
        <pc:picChg chg="del">
          <ac:chgData name="Ujjwal Chopra" userId="83c5e716d81a20fa" providerId="LiveId" clId="{273D1621-04DB-4E97-A191-3447DAE98E4A}" dt="2025-03-24T15:18:13.841" v="902" actId="478"/>
          <ac:picMkLst>
            <pc:docMk/>
            <pc:sldMk cId="66582082" sldId="298"/>
            <ac:picMk id="4" creationId="{7C26DC3E-E633-E87D-199C-02A3DFADF84E}"/>
          </ac:picMkLst>
        </pc:picChg>
        <pc:picChg chg="add mod">
          <ac:chgData name="Ujjwal Chopra" userId="83c5e716d81a20fa" providerId="LiveId" clId="{273D1621-04DB-4E97-A191-3447DAE98E4A}" dt="2025-03-24T15:18:36.043" v="945" actId="962"/>
          <ac:picMkLst>
            <pc:docMk/>
            <pc:sldMk cId="66582082" sldId="298"/>
            <ac:picMk id="5" creationId="{0A0A9E47-8F5C-9B04-977D-FFD301C653D5}"/>
          </ac:picMkLst>
        </pc:picChg>
      </pc:sldChg>
      <pc:sldChg chg="modSp mod">
        <pc:chgData name="Ujjwal Chopra" userId="83c5e716d81a20fa" providerId="LiveId" clId="{273D1621-04DB-4E97-A191-3447DAE98E4A}" dt="2025-03-24T15:46:06.489" v="2146" actId="2711"/>
        <pc:sldMkLst>
          <pc:docMk/>
          <pc:sldMk cId="2718923078" sldId="299"/>
        </pc:sldMkLst>
        <pc:spChg chg="mod">
          <ac:chgData name="Ujjwal Chopra" userId="83c5e716d81a20fa" providerId="LiveId" clId="{273D1621-04DB-4E97-A191-3447DAE98E4A}" dt="2025-03-24T15:46:06.489" v="2146" actId="2711"/>
          <ac:spMkLst>
            <pc:docMk/>
            <pc:sldMk cId="2718923078" sldId="299"/>
            <ac:spMk id="3" creationId="{46E41DF1-67D9-B6D8-EBC8-02EE48ADC572}"/>
          </ac:spMkLst>
        </pc:spChg>
      </pc:sldChg>
      <pc:sldChg chg="modSp mod">
        <pc:chgData name="Ujjwal Chopra" userId="83c5e716d81a20fa" providerId="LiveId" clId="{273D1621-04DB-4E97-A191-3447DAE98E4A}" dt="2025-03-24T15:51:41.421" v="2267" actId="207"/>
        <pc:sldMkLst>
          <pc:docMk/>
          <pc:sldMk cId="779860555" sldId="300"/>
        </pc:sldMkLst>
        <pc:spChg chg="mod">
          <ac:chgData name="Ujjwal Chopra" userId="83c5e716d81a20fa" providerId="LiveId" clId="{273D1621-04DB-4E97-A191-3447DAE98E4A}" dt="2025-03-24T15:51:41.421" v="2267" actId="207"/>
          <ac:spMkLst>
            <pc:docMk/>
            <pc:sldMk cId="779860555" sldId="300"/>
            <ac:spMk id="2" creationId="{A4714EDA-4C84-0B04-A220-5AA4341E7ED4}"/>
          </ac:spMkLst>
        </pc:spChg>
      </pc:sldChg>
      <pc:sldChg chg="addSp modSp new mod">
        <pc:chgData name="Ujjwal Chopra" userId="83c5e716d81a20fa" providerId="LiveId" clId="{273D1621-04DB-4E97-A191-3447DAE98E4A}" dt="2025-03-24T15:47:14.576" v="2196" actId="1076"/>
        <pc:sldMkLst>
          <pc:docMk/>
          <pc:sldMk cId="2770071570" sldId="301"/>
        </pc:sldMkLst>
        <pc:spChg chg="mod">
          <ac:chgData name="Ujjwal Chopra" userId="83c5e716d81a20fa" providerId="LiveId" clId="{273D1621-04DB-4E97-A191-3447DAE98E4A}" dt="2025-03-24T14:54:25.068" v="55" actId="313"/>
          <ac:spMkLst>
            <pc:docMk/>
            <pc:sldMk cId="2770071570" sldId="301"/>
            <ac:spMk id="2" creationId="{00E66D62-7F70-FBFC-3287-EB53027E551C}"/>
          </ac:spMkLst>
        </pc:spChg>
        <pc:spChg chg="mod">
          <ac:chgData name="Ujjwal Chopra" userId="83c5e716d81a20fa" providerId="LiveId" clId="{273D1621-04DB-4E97-A191-3447DAE98E4A}" dt="2025-03-24T15:09:34.280" v="374" actId="113"/>
          <ac:spMkLst>
            <pc:docMk/>
            <pc:sldMk cId="2770071570" sldId="301"/>
            <ac:spMk id="3" creationId="{A82357BA-D6CF-B28A-D548-05DD43AE2BC3}"/>
          </ac:spMkLst>
        </pc:spChg>
        <pc:spChg chg="add mod">
          <ac:chgData name="Ujjwal Chopra" userId="83c5e716d81a20fa" providerId="LiveId" clId="{273D1621-04DB-4E97-A191-3447DAE98E4A}" dt="2025-03-24T15:47:14.576" v="2196" actId="1076"/>
          <ac:spMkLst>
            <pc:docMk/>
            <pc:sldMk cId="2770071570" sldId="301"/>
            <ac:spMk id="4" creationId="{338C010F-83E8-FF15-6AAA-A70360D39AF4}"/>
          </ac:spMkLst>
        </pc:spChg>
        <pc:picChg chg="add mod">
          <ac:chgData name="Ujjwal Chopra" userId="83c5e716d81a20fa" providerId="LiveId" clId="{273D1621-04DB-4E97-A191-3447DAE98E4A}" dt="2025-03-24T14:54:33.846" v="58" actId="14100"/>
          <ac:picMkLst>
            <pc:docMk/>
            <pc:sldMk cId="2770071570" sldId="301"/>
            <ac:picMk id="1026" creationId="{DDCBAB74-C021-559A-8179-74AB05A210EA}"/>
          </ac:picMkLst>
        </pc:picChg>
      </pc:sldChg>
      <pc:sldChg chg="addSp delSp modSp new mod">
        <pc:chgData name="Ujjwal Chopra" userId="83c5e716d81a20fa" providerId="LiveId" clId="{273D1621-04DB-4E97-A191-3447DAE98E4A}" dt="2025-03-24T15:50:21.308" v="2266" actId="1076"/>
        <pc:sldMkLst>
          <pc:docMk/>
          <pc:sldMk cId="456560909" sldId="302"/>
        </pc:sldMkLst>
        <pc:spChg chg="add mod">
          <ac:chgData name="Ujjwal Chopra" userId="83c5e716d81a20fa" providerId="LiveId" clId="{273D1621-04DB-4E97-A191-3447DAE98E4A}" dt="2025-03-24T15:50:21.308" v="2266" actId="1076"/>
          <ac:spMkLst>
            <pc:docMk/>
            <pc:sldMk cId="456560909" sldId="302"/>
            <ac:spMk id="2" creationId="{5DEF07CE-5AC9-862D-B632-314D518240B3}"/>
          </ac:spMkLst>
        </pc:spChg>
        <pc:spChg chg="del">
          <ac:chgData name="Ujjwal Chopra" userId="83c5e716d81a20fa" providerId="LiveId" clId="{273D1621-04DB-4E97-A191-3447DAE98E4A}" dt="2025-03-24T14:56:53.602" v="63" actId="478"/>
          <ac:spMkLst>
            <pc:docMk/>
            <pc:sldMk cId="456560909" sldId="302"/>
            <ac:spMk id="2" creationId="{8CB730C9-F683-A195-1519-C04FCF6EABF9}"/>
          </ac:spMkLst>
        </pc:spChg>
        <pc:spChg chg="del">
          <ac:chgData name="Ujjwal Chopra" userId="83c5e716d81a20fa" providerId="LiveId" clId="{273D1621-04DB-4E97-A191-3447DAE98E4A}" dt="2025-03-24T14:56:55.981" v="64" actId="478"/>
          <ac:spMkLst>
            <pc:docMk/>
            <pc:sldMk cId="456560909" sldId="302"/>
            <ac:spMk id="3" creationId="{82D25A92-017D-88C5-A683-C5E07EC3988C}"/>
          </ac:spMkLst>
        </pc:spChg>
        <pc:picChg chg="add mod">
          <ac:chgData name="Ujjwal Chopra" userId="83c5e716d81a20fa" providerId="LiveId" clId="{273D1621-04DB-4E97-A191-3447DAE98E4A}" dt="2025-03-24T14:57:02.833" v="67" actId="1076"/>
          <ac:picMkLst>
            <pc:docMk/>
            <pc:sldMk cId="456560909" sldId="302"/>
            <ac:picMk id="2050" creationId="{0F45D7BB-C7A9-E262-19F1-C4A256681E22}"/>
          </ac:picMkLst>
        </pc:picChg>
      </pc:sldChg>
      <pc:sldChg chg="addSp delSp modSp new mod">
        <pc:chgData name="Ujjwal Chopra" userId="83c5e716d81a20fa" providerId="LiveId" clId="{273D1621-04DB-4E97-A191-3447DAE98E4A}" dt="2025-03-24T15:45:39.002" v="2140" actId="14100"/>
        <pc:sldMkLst>
          <pc:docMk/>
          <pc:sldMk cId="835629462" sldId="303"/>
        </pc:sldMkLst>
        <pc:spChg chg="del">
          <ac:chgData name="Ujjwal Chopra" userId="83c5e716d81a20fa" providerId="LiveId" clId="{273D1621-04DB-4E97-A191-3447DAE98E4A}" dt="2025-03-24T15:23:32.779" v="985" actId="478"/>
          <ac:spMkLst>
            <pc:docMk/>
            <pc:sldMk cId="835629462" sldId="303"/>
            <ac:spMk id="2" creationId="{266FB951-083A-037F-0B3A-262A8AA2AA35}"/>
          </ac:spMkLst>
        </pc:spChg>
        <pc:spChg chg="del mod">
          <ac:chgData name="Ujjwal Chopra" userId="83c5e716d81a20fa" providerId="LiveId" clId="{273D1621-04DB-4E97-A191-3447DAE98E4A}" dt="2025-03-24T15:23:41.520" v="988" actId="478"/>
          <ac:spMkLst>
            <pc:docMk/>
            <pc:sldMk cId="835629462" sldId="303"/>
            <ac:spMk id="3" creationId="{0EC2BA75-5CA4-ED70-334B-3342359913D0}"/>
          </ac:spMkLst>
        </pc:spChg>
        <pc:spChg chg="add mod">
          <ac:chgData name="Ujjwal Chopra" userId="83c5e716d81a20fa" providerId="LiveId" clId="{273D1621-04DB-4E97-A191-3447DAE98E4A}" dt="2025-03-24T15:45:39.002" v="2140" actId="14100"/>
          <ac:spMkLst>
            <pc:docMk/>
            <pc:sldMk cId="835629462" sldId="303"/>
            <ac:spMk id="6" creationId="{34ABDF01-0D5A-BB8E-A8A8-7DF23BCF1DE2}"/>
          </ac:spMkLst>
        </pc:spChg>
        <pc:spChg chg="add del mod">
          <ac:chgData name="Ujjwal Chopra" userId="83c5e716d81a20fa" providerId="LiveId" clId="{273D1621-04DB-4E97-A191-3447DAE98E4A}" dt="2025-03-24T15:25:20.126" v="1033"/>
          <ac:spMkLst>
            <pc:docMk/>
            <pc:sldMk cId="835629462" sldId="303"/>
            <ac:spMk id="7" creationId="{758C80BF-1881-1C03-BB32-0D1020C77982}"/>
          </ac:spMkLst>
        </pc:spChg>
        <pc:spChg chg="add mod">
          <ac:chgData name="Ujjwal Chopra" userId="83c5e716d81a20fa" providerId="LiveId" clId="{273D1621-04DB-4E97-A191-3447DAE98E4A}" dt="2025-03-24T15:45:31.288" v="2137" actId="14100"/>
          <ac:spMkLst>
            <pc:docMk/>
            <pc:sldMk cId="835629462" sldId="303"/>
            <ac:spMk id="8" creationId="{A118EFFF-F0DC-C092-8852-D9D4A8C49853}"/>
          </ac:spMkLst>
        </pc:spChg>
        <pc:picChg chg="add mod">
          <ac:chgData name="Ujjwal Chopra" userId="83c5e716d81a20fa" providerId="LiveId" clId="{273D1621-04DB-4E97-A191-3447DAE98E4A}" dt="2025-03-24T15:24:30.330" v="990" actId="1076"/>
          <ac:picMkLst>
            <pc:docMk/>
            <pc:sldMk cId="835629462" sldId="303"/>
            <ac:picMk id="4" creationId="{9922C666-3773-1FEB-D735-66FC33110B81}"/>
          </ac:picMkLst>
        </pc:picChg>
        <pc:picChg chg="add mod">
          <ac:chgData name="Ujjwal Chopra" userId="83c5e716d81a20fa" providerId="LiveId" clId="{273D1621-04DB-4E97-A191-3447DAE98E4A}" dt="2025-03-24T15:24:53.566" v="994" actId="14100"/>
          <ac:picMkLst>
            <pc:docMk/>
            <pc:sldMk cId="835629462" sldId="303"/>
            <ac:picMk id="5" creationId="{07CEC180-CB96-A1C0-FB28-2661BD20072C}"/>
          </ac:picMkLst>
        </pc:picChg>
      </pc:sldChg>
      <pc:sldChg chg="modSp new mod">
        <pc:chgData name="Ujjwal Chopra" userId="83c5e716d81a20fa" providerId="LiveId" clId="{273D1621-04DB-4E97-A191-3447DAE98E4A}" dt="2025-03-24T15:42:27.636" v="1872" actId="14100"/>
        <pc:sldMkLst>
          <pc:docMk/>
          <pc:sldMk cId="2036528564" sldId="304"/>
        </pc:sldMkLst>
        <pc:spChg chg="mod">
          <ac:chgData name="Ujjwal Chopra" userId="83c5e716d81a20fa" providerId="LiveId" clId="{273D1621-04DB-4E97-A191-3447DAE98E4A}" dt="2025-03-24T15:37:01.818" v="1334" actId="1076"/>
          <ac:spMkLst>
            <pc:docMk/>
            <pc:sldMk cId="2036528564" sldId="304"/>
            <ac:spMk id="2" creationId="{24F47685-FF4F-F6C2-7158-47B52E20E932}"/>
          </ac:spMkLst>
        </pc:spChg>
        <pc:spChg chg="mod">
          <ac:chgData name="Ujjwal Chopra" userId="83c5e716d81a20fa" providerId="LiveId" clId="{273D1621-04DB-4E97-A191-3447DAE98E4A}" dt="2025-03-24T15:42:27.636" v="1872" actId="14100"/>
          <ac:spMkLst>
            <pc:docMk/>
            <pc:sldMk cId="2036528564" sldId="304"/>
            <ac:spMk id="3" creationId="{9B7A519E-6A4F-E8FE-76B6-A8C0D50077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2929837" cy="497125"/>
          </a:xfrm>
          <a:prstGeom prst="rect">
            <a:avLst/>
          </a:prstGeom>
          <a:noFill/>
          <a:ln>
            <a:noFill/>
          </a:ln>
        </p:spPr>
        <p:txBody>
          <a:bodyPr spcFirstLastPara="1" wrap="square" lIns="90825" tIns="45400" rIns="90825" bIns="454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1"/>
            <a:ext cx="2929837" cy="497125"/>
          </a:xfrm>
          <a:prstGeom prst="rect">
            <a:avLst/>
          </a:prstGeom>
          <a:noFill/>
          <a:ln>
            <a:noFill/>
          </a:ln>
        </p:spPr>
        <p:txBody>
          <a:bodyPr spcFirstLastPara="1" wrap="square" lIns="90825" tIns="45400" rIns="90825" bIns="454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895350" y="744538"/>
            <a:ext cx="4972050" cy="3730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22694"/>
            <a:ext cx="5408930" cy="4474131"/>
          </a:xfrm>
          <a:prstGeom prst="rect">
            <a:avLst/>
          </a:prstGeom>
          <a:noFill/>
          <a:ln>
            <a:noFill/>
          </a:ln>
        </p:spPr>
        <p:txBody>
          <a:bodyPr spcFirstLastPara="1" wrap="square" lIns="90825" tIns="45400" rIns="90825" bIns="454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3"/>
            <a:ext cx="2929837" cy="497125"/>
          </a:xfrm>
          <a:prstGeom prst="rect">
            <a:avLst/>
          </a:prstGeom>
          <a:noFill/>
          <a:ln>
            <a:noFill/>
          </a:ln>
        </p:spPr>
        <p:txBody>
          <a:bodyPr spcFirstLastPara="1" wrap="square" lIns="90825" tIns="45400" rIns="90825" bIns="454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3"/>
            <a:ext cx="2929837" cy="497125"/>
          </a:xfrm>
          <a:prstGeom prst="rect">
            <a:avLst/>
          </a:prstGeom>
          <a:noFill/>
          <a:ln>
            <a:noFill/>
          </a:ln>
        </p:spPr>
        <p:txBody>
          <a:bodyPr spcFirstLastPara="1" wrap="square" lIns="90825" tIns="45400" rIns="90825" bIns="454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notes"/>
          <p:cNvSpPr>
            <a:spLocks noGrp="1" noRot="1" noChangeAspect="1"/>
          </p:cNvSpPr>
          <p:nvPr>
            <p:ph type="sldImg" idx="2"/>
          </p:nvPr>
        </p:nvSpPr>
        <p:spPr>
          <a:xfrm>
            <a:off x="895350" y="744538"/>
            <a:ext cx="4972050" cy="3730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1:notes"/>
          <p:cNvSpPr txBox="1">
            <a:spLocks noGrp="1"/>
          </p:cNvSpPr>
          <p:nvPr>
            <p:ph type="body" idx="1"/>
          </p:nvPr>
        </p:nvSpPr>
        <p:spPr>
          <a:xfrm>
            <a:off x="676117" y="4722694"/>
            <a:ext cx="5408930" cy="4474131"/>
          </a:xfrm>
          <a:prstGeom prst="rect">
            <a:avLst/>
          </a:prstGeom>
          <a:noFill/>
          <a:ln>
            <a:noFill/>
          </a:ln>
        </p:spPr>
        <p:txBody>
          <a:bodyPr spcFirstLastPara="1" wrap="square" lIns="90825" tIns="45400" rIns="90825" bIns="454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1:notes"/>
          <p:cNvSpPr txBox="1">
            <a:spLocks noGrp="1"/>
          </p:cNvSpPr>
          <p:nvPr>
            <p:ph type="sldNum" idx="12"/>
          </p:nvPr>
        </p:nvSpPr>
        <p:spPr>
          <a:xfrm>
            <a:off x="3829761" y="9443663"/>
            <a:ext cx="2929837" cy="497125"/>
          </a:xfrm>
          <a:prstGeom prst="rect">
            <a:avLst/>
          </a:prstGeom>
          <a:noFill/>
          <a:ln>
            <a:noFill/>
          </a:ln>
        </p:spPr>
        <p:txBody>
          <a:bodyPr spcFirstLastPara="1" wrap="square" lIns="90825" tIns="45400" rIns="90825" bIns="454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2:notes"/>
          <p:cNvSpPr txBox="1">
            <a:spLocks noGrp="1"/>
          </p:cNvSpPr>
          <p:nvPr>
            <p:ph type="body" idx="1"/>
          </p:nvPr>
        </p:nvSpPr>
        <p:spPr>
          <a:xfrm>
            <a:off x="676117" y="4722694"/>
            <a:ext cx="5408930" cy="4474131"/>
          </a:xfrm>
          <a:prstGeom prst="rect">
            <a:avLst/>
          </a:prstGeom>
          <a:noFill/>
          <a:ln>
            <a:noFill/>
          </a:ln>
        </p:spPr>
        <p:txBody>
          <a:bodyPr spcFirstLastPara="1" wrap="square" lIns="90825" tIns="45400" rIns="90825" bIns="454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2:notes"/>
          <p:cNvSpPr>
            <a:spLocks noGrp="1" noRot="1" noChangeAspect="1"/>
          </p:cNvSpPr>
          <p:nvPr>
            <p:ph type="sldImg" idx="2"/>
          </p:nvPr>
        </p:nvSpPr>
        <p:spPr>
          <a:xfrm>
            <a:off x="895350" y="744538"/>
            <a:ext cx="4972050" cy="3730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txBox="1">
            <a:spLocks noGrp="1"/>
          </p:cNvSpPr>
          <p:nvPr>
            <p:ph type="body" idx="1"/>
          </p:nvPr>
        </p:nvSpPr>
        <p:spPr>
          <a:xfrm>
            <a:off x="676117" y="4722694"/>
            <a:ext cx="5408930" cy="4474131"/>
          </a:xfrm>
          <a:prstGeom prst="rect">
            <a:avLst/>
          </a:prstGeom>
        </p:spPr>
        <p:txBody>
          <a:bodyPr spcFirstLastPara="1" wrap="square" lIns="90825" tIns="45400" rIns="90825" bIns="45400" anchor="t" anchorCtr="0">
            <a:noAutofit/>
          </a:bodyPr>
          <a:lstStyle/>
          <a:p>
            <a:pPr marL="0" lvl="0" indent="0" algn="l" rtl="0">
              <a:spcBef>
                <a:spcPts val="0"/>
              </a:spcBef>
              <a:spcAft>
                <a:spcPts val="0"/>
              </a:spcAft>
              <a:buNone/>
            </a:pPr>
            <a:endParaRPr dirty="0"/>
          </a:p>
        </p:txBody>
      </p:sp>
      <p:sp>
        <p:nvSpPr>
          <p:cNvPr id="124" name="Google Shape;124;p3:notes"/>
          <p:cNvSpPr>
            <a:spLocks noGrp="1" noRot="1" noChangeAspect="1"/>
          </p:cNvSpPr>
          <p:nvPr>
            <p:ph type="sldImg" idx="2"/>
          </p:nvPr>
        </p:nvSpPr>
        <p:spPr>
          <a:xfrm>
            <a:off x="895350" y="744538"/>
            <a:ext cx="4972050" cy="3730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5:notes"/>
          <p:cNvSpPr>
            <a:spLocks noGrp="1" noRot="1" noChangeAspect="1"/>
          </p:cNvSpPr>
          <p:nvPr>
            <p:ph type="sldImg" idx="2"/>
          </p:nvPr>
        </p:nvSpPr>
        <p:spPr>
          <a:xfrm>
            <a:off x="895350" y="744538"/>
            <a:ext cx="4972050" cy="3730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5:notes"/>
          <p:cNvSpPr txBox="1">
            <a:spLocks noGrp="1"/>
          </p:cNvSpPr>
          <p:nvPr>
            <p:ph type="body" idx="1"/>
          </p:nvPr>
        </p:nvSpPr>
        <p:spPr>
          <a:xfrm>
            <a:off x="676117" y="4722694"/>
            <a:ext cx="5409000" cy="4474200"/>
          </a:xfrm>
          <a:prstGeom prst="rect">
            <a:avLst/>
          </a:prstGeom>
          <a:noFill/>
          <a:ln>
            <a:noFill/>
          </a:ln>
        </p:spPr>
        <p:txBody>
          <a:bodyPr spcFirstLastPara="1" wrap="square" lIns="90825" tIns="45400" rIns="90825" bIns="454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25:notes"/>
          <p:cNvSpPr txBox="1">
            <a:spLocks noGrp="1"/>
          </p:cNvSpPr>
          <p:nvPr>
            <p:ph type="sldNum" idx="12"/>
          </p:nvPr>
        </p:nvSpPr>
        <p:spPr>
          <a:xfrm>
            <a:off x="3829761" y="9443663"/>
            <a:ext cx="2929800" cy="497100"/>
          </a:xfrm>
          <a:prstGeom prst="rect">
            <a:avLst/>
          </a:prstGeom>
          <a:noFill/>
          <a:ln>
            <a:noFill/>
          </a:ln>
        </p:spPr>
        <p:txBody>
          <a:bodyPr spcFirstLastPara="1" wrap="square" lIns="90825" tIns="45400" rIns="90825" bIns="454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8"/>
        <p:cNvGrpSpPr/>
        <p:nvPr/>
      </p:nvGrpSpPr>
      <p:grpSpPr>
        <a:xfrm>
          <a:off x="0" y="0"/>
          <a:ext cx="0" cy="0"/>
          <a:chOff x="0" y="0"/>
          <a:chExt cx="0" cy="0"/>
        </a:xfrm>
      </p:grpSpPr>
      <p:sp>
        <p:nvSpPr>
          <p:cNvPr id="19" name="Google Shape;19;p2"/>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0" name="Google Shape;20;p2"/>
          <p:cNvSpPr/>
          <p:nvPr/>
        </p:nvSpPr>
        <p:spPr>
          <a:xfrm>
            <a:off x="56762" y="106330"/>
            <a:ext cx="9013372" cy="6692201"/>
          </a:xfrm>
          <a:prstGeom prst="roundRect">
            <a:avLst>
              <a:gd name="adj" fmla="val 4929"/>
            </a:avLst>
          </a:prstGeom>
          <a:blipFill rotWithShape="1">
            <a:blip r:embed="rId2">
              <a:alphaModFix/>
            </a:blip>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1" name="Google Shape;21;p2"/>
          <p:cNvSpPr txBox="1">
            <a:spLocks noGrp="1"/>
          </p:cNvSpPr>
          <p:nvPr>
            <p:ph type="subTitle" idx="1"/>
          </p:nvPr>
        </p:nvSpPr>
        <p:spPr>
          <a:xfrm>
            <a:off x="1331640" y="3501008"/>
            <a:ext cx="6400800" cy="16002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580"/>
              </a:spcBef>
              <a:spcAft>
                <a:spcPts val="0"/>
              </a:spcAft>
              <a:buSzPts val="2210"/>
              <a:buNone/>
              <a:defRPr sz="2600">
                <a:solidFill>
                  <a:schemeClr val="dk2"/>
                </a:solidFill>
              </a:defRPr>
            </a:lvl1pPr>
            <a:lvl2pPr lvl="1" algn="ctr">
              <a:lnSpc>
                <a:spcPct val="100000"/>
              </a:lnSpc>
              <a:spcBef>
                <a:spcPts val="370"/>
              </a:spcBef>
              <a:spcAft>
                <a:spcPts val="0"/>
              </a:spcAft>
              <a:buSzPts val="1530"/>
              <a:buNone/>
              <a:defRPr/>
            </a:lvl2pPr>
            <a:lvl3pPr lvl="2" algn="ctr">
              <a:lnSpc>
                <a:spcPct val="100000"/>
              </a:lnSpc>
              <a:spcBef>
                <a:spcPts val="370"/>
              </a:spcBef>
              <a:spcAft>
                <a:spcPts val="0"/>
              </a:spcAft>
              <a:buSzPts val="1530"/>
              <a:buNone/>
              <a:defRPr/>
            </a:lvl3pPr>
            <a:lvl4pPr lvl="3" algn="ctr">
              <a:lnSpc>
                <a:spcPct val="100000"/>
              </a:lnSpc>
              <a:spcBef>
                <a:spcPts val="370"/>
              </a:spcBef>
              <a:spcAft>
                <a:spcPts val="0"/>
              </a:spcAft>
              <a:buSzPts val="1440"/>
              <a:buNone/>
              <a:defRPr/>
            </a:lvl4pPr>
            <a:lvl5pPr lvl="4" algn="ctr">
              <a:lnSpc>
                <a:spcPct val="100000"/>
              </a:lnSpc>
              <a:spcBef>
                <a:spcPts val="370"/>
              </a:spcBef>
              <a:spcAft>
                <a:spcPts val="0"/>
              </a:spcAft>
              <a:buSzPts val="1800"/>
              <a:buNone/>
              <a:defRPr/>
            </a:lvl5pPr>
            <a:lvl6pPr lvl="5" algn="ctr">
              <a:lnSpc>
                <a:spcPct val="100000"/>
              </a:lnSpc>
              <a:spcBef>
                <a:spcPts val="370"/>
              </a:spcBef>
              <a:spcAft>
                <a:spcPts val="0"/>
              </a:spcAft>
              <a:buSzPts val="1800"/>
              <a:buNone/>
              <a:defRPr/>
            </a:lvl6pPr>
            <a:lvl7pPr lvl="6" algn="ctr">
              <a:lnSpc>
                <a:spcPct val="100000"/>
              </a:lnSpc>
              <a:spcBef>
                <a:spcPts val="370"/>
              </a:spcBef>
              <a:spcAft>
                <a:spcPts val="0"/>
              </a:spcAft>
              <a:buSzPts val="1800"/>
              <a:buNone/>
              <a:defRPr/>
            </a:lvl7pPr>
            <a:lvl8pPr lvl="7" algn="ctr">
              <a:lnSpc>
                <a:spcPct val="100000"/>
              </a:lnSpc>
              <a:spcBef>
                <a:spcPts val="370"/>
              </a:spcBef>
              <a:spcAft>
                <a:spcPts val="0"/>
              </a:spcAft>
              <a:buSzPts val="1800"/>
              <a:buNone/>
              <a:defRPr/>
            </a:lvl8pPr>
            <a:lvl9pPr lvl="8" algn="ctr">
              <a:lnSpc>
                <a:spcPct val="100000"/>
              </a:lnSpc>
              <a:spcBef>
                <a:spcPts val="370"/>
              </a:spcBef>
              <a:spcAft>
                <a:spcPts val="0"/>
              </a:spcAft>
              <a:buSzPts val="1800"/>
              <a:buNone/>
              <a:defRPr/>
            </a:lvl9pPr>
          </a:lstStyle>
          <a:p>
            <a:endParaRPr/>
          </a:p>
        </p:txBody>
      </p:sp>
      <p:sp>
        <p:nvSpPr>
          <p:cNvPr id="22" name="Google Shape;22;p2"/>
          <p:cNvSpPr txBox="1">
            <a:spLocks noGrp="1"/>
          </p:cNvSpPr>
          <p:nvPr>
            <p:ph type="dt" idx="10"/>
          </p:nvPr>
        </p:nvSpPr>
        <p:spPr>
          <a:xfrm>
            <a:off x="6372200" y="6409134"/>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
          <p:cNvSpPr txBox="1">
            <a:spLocks noGrp="1"/>
          </p:cNvSpPr>
          <p:nvPr>
            <p:ph type="ftr" idx="11"/>
          </p:nvPr>
        </p:nvSpPr>
        <p:spPr>
          <a:xfrm>
            <a:off x="683568" y="6356176"/>
            <a:ext cx="39624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1" i="0" u="none" strike="noStrike" cap="none">
                <a:solidFill>
                  <a:schemeClr val="dk1"/>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24" name="Google Shape;24;p2"/>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
        <p:nvSpPr>
          <p:cNvPr id="25" name="Google Shape;25;p2"/>
          <p:cNvSpPr/>
          <p:nvPr/>
        </p:nvSpPr>
        <p:spPr>
          <a:xfrm>
            <a:off x="62931" y="1449303"/>
            <a:ext cx="9021537" cy="152734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6" name="Google Shape;26;p2"/>
          <p:cNvSpPr/>
          <p:nvPr/>
        </p:nvSpPr>
        <p:spPr>
          <a:xfrm>
            <a:off x="62931" y="1396720"/>
            <a:ext cx="9021537" cy="120580"/>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7" name="Google Shape;27;p2"/>
          <p:cNvSpPr/>
          <p:nvPr/>
        </p:nvSpPr>
        <p:spPr>
          <a:xfrm>
            <a:off x="62931" y="2976649"/>
            <a:ext cx="9021537" cy="11053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8" name="Google Shape;28;p2"/>
          <p:cNvSpPr txBox="1"/>
          <p:nvPr/>
        </p:nvSpPr>
        <p:spPr>
          <a:xfrm>
            <a:off x="207222" y="1905710"/>
            <a:ext cx="8712968" cy="108012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3200"/>
              <a:buFont typeface="Arial"/>
              <a:buNone/>
            </a:pPr>
            <a:r>
              <a:rPr lang="en-US" sz="3200" b="1" i="0" u="none" strike="noStrike" cap="none">
                <a:solidFill>
                  <a:schemeClr val="dk1"/>
                </a:solidFill>
                <a:latin typeface="Arial"/>
                <a:ea typeface="Arial"/>
                <a:cs typeface="Arial"/>
                <a:sym typeface="Arial"/>
              </a:rPr>
              <a:t>Department of Computer Sc. &amp; Engineering</a:t>
            </a:r>
            <a:r>
              <a:rPr lang="en-US" sz="3200" b="1" i="0" u="none" strike="noStrike" cap="none">
                <a:solidFill>
                  <a:schemeClr val="lt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2000"/>
              <a:buFont typeface="Arial"/>
              <a:buNone/>
            </a:pPr>
            <a:r>
              <a:rPr lang="en-US" sz="2000" b="1" i="0" u="none" strike="noStrike" cap="none">
                <a:solidFill>
                  <a:schemeClr val="lt1"/>
                </a:solidFill>
                <a:latin typeface="Arial"/>
                <a:ea typeface="Arial"/>
                <a:cs typeface="Arial"/>
                <a:sym typeface="Arial"/>
              </a:rPr>
              <a:t>Chandigarh College of Engineering &amp; Technology (CCET -Degree Wing)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600"/>
              <a:buFont typeface="Arial"/>
              <a:buNone/>
            </a:pPr>
            <a:r>
              <a:rPr lang="en-US" sz="1600" b="1" i="0" u="none" strike="noStrike" cap="none">
                <a:solidFill>
                  <a:schemeClr val="lt1"/>
                </a:solidFill>
                <a:latin typeface="Arial"/>
                <a:ea typeface="Arial"/>
                <a:cs typeface="Arial"/>
                <a:sym typeface="Arial"/>
              </a:rPr>
              <a:t>(A Govt. College under Chandigarh UT Administration, Chandigarh)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2000"/>
              <a:buFont typeface="Arial"/>
              <a:buNone/>
            </a:pPr>
            <a:r>
              <a:rPr lang="en-US" sz="2000" b="1" i="0" u="none" strike="noStrike" cap="none">
                <a:solidFill>
                  <a:schemeClr val="lt1"/>
                </a:solidFill>
                <a:latin typeface="Arial"/>
                <a:ea typeface="Arial"/>
                <a:cs typeface="Arial"/>
                <a:sym typeface="Arial"/>
              </a:rPr>
              <a:t>Sector-26, Chandigarh - 160019</a:t>
            </a:r>
            <a:endParaRPr sz="1400" b="0" i="0" u="none" strike="noStrike" cap="none">
              <a:solidFill>
                <a:srgbClr val="000000"/>
              </a:solidFill>
              <a:latin typeface="Arial"/>
              <a:ea typeface="Arial"/>
              <a:cs typeface="Arial"/>
              <a:sym typeface="Arial"/>
            </a:endParaRPr>
          </a:p>
        </p:txBody>
      </p:sp>
      <p:pic>
        <p:nvPicPr>
          <p:cNvPr id="29" name="Google Shape;29;p2" descr="C:\Users\Dr Sunil K Singh\Desktop\CCET Website\c.png"/>
          <p:cNvPicPr preferRelativeResize="0"/>
          <p:nvPr/>
        </p:nvPicPr>
        <p:blipFill rotWithShape="1">
          <a:blip r:embed="rId3">
            <a:alphaModFix/>
          </a:blip>
          <a:srcRect/>
          <a:stretch/>
        </p:blipFill>
        <p:spPr>
          <a:xfrm>
            <a:off x="3923928" y="216350"/>
            <a:ext cx="1252634" cy="118578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30"/>
        <p:cNvGrpSpPr/>
        <p:nvPr/>
      </p:nvGrpSpPr>
      <p:grpSpPr>
        <a:xfrm>
          <a:off x="0" y="0"/>
          <a:ext cx="0" cy="0"/>
          <a:chOff x="0" y="0"/>
          <a:chExt cx="0" cy="0"/>
        </a:xfrm>
      </p:grpSpPr>
      <p:sp>
        <p:nvSpPr>
          <p:cNvPr id="31" name="Google Shape;31;p3"/>
          <p:cNvSpPr txBox="1">
            <a:spLocks noGrp="1"/>
          </p:cNvSpPr>
          <p:nvPr>
            <p:ph type="ctrTitle"/>
          </p:nvPr>
        </p:nvSpPr>
        <p:spPr>
          <a:xfrm>
            <a:off x="685800" y="1981200"/>
            <a:ext cx="7772400" cy="1600200"/>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4000"/>
              <a:buFont typeface="Libre Franklin"/>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580"/>
              </a:spcBef>
              <a:spcAft>
                <a:spcPts val="0"/>
              </a:spcAft>
              <a:buSzPts val="2210"/>
              <a:buFont typeface="Noto Sans Symbols"/>
              <a:buNone/>
              <a:defRPr/>
            </a:lvl1pPr>
            <a:lvl2pPr lvl="1" algn="l">
              <a:lnSpc>
                <a:spcPct val="100000"/>
              </a:lnSpc>
              <a:spcBef>
                <a:spcPts val="370"/>
              </a:spcBef>
              <a:spcAft>
                <a:spcPts val="0"/>
              </a:spcAft>
              <a:buSzPts val="1530"/>
              <a:buChar char="⚫"/>
              <a:defRPr/>
            </a:lvl2pPr>
            <a:lvl3pPr lvl="2" algn="l">
              <a:lnSpc>
                <a:spcPct val="100000"/>
              </a:lnSpc>
              <a:spcBef>
                <a:spcPts val="370"/>
              </a:spcBef>
              <a:spcAft>
                <a:spcPts val="0"/>
              </a:spcAft>
              <a:buSzPts val="1530"/>
              <a:buChar char="⚫"/>
              <a:defRPr/>
            </a:lvl3pPr>
            <a:lvl4pPr lvl="3" algn="l">
              <a:lnSpc>
                <a:spcPct val="100000"/>
              </a:lnSpc>
              <a:spcBef>
                <a:spcPts val="370"/>
              </a:spcBef>
              <a:spcAft>
                <a:spcPts val="0"/>
              </a:spcAft>
              <a:buSzPts val="1440"/>
              <a:buChar char="⚫"/>
              <a:defRPr/>
            </a:lvl4pPr>
            <a:lvl5pPr lvl="4" algn="l">
              <a:lnSpc>
                <a:spcPct val="100000"/>
              </a:lnSpc>
              <a:spcBef>
                <a:spcPts val="370"/>
              </a:spcBef>
              <a:spcAft>
                <a:spcPts val="0"/>
              </a:spcAft>
              <a:buSzPts val="1800"/>
              <a:buChar char="o"/>
              <a:defRPr/>
            </a:lvl5pPr>
            <a:lvl6pPr lvl="5" algn="l">
              <a:lnSpc>
                <a:spcPct val="100000"/>
              </a:lnSpc>
              <a:spcBef>
                <a:spcPts val="370"/>
              </a:spcBef>
              <a:spcAft>
                <a:spcPts val="0"/>
              </a:spcAft>
              <a:buSzPts val="1800"/>
              <a:buChar char="•"/>
              <a:defRPr/>
            </a:lvl6pPr>
            <a:lvl7pPr lvl="6" algn="l">
              <a:lnSpc>
                <a:spcPct val="100000"/>
              </a:lnSpc>
              <a:spcBef>
                <a:spcPts val="370"/>
              </a:spcBef>
              <a:spcAft>
                <a:spcPts val="0"/>
              </a:spcAft>
              <a:buSzPts val="1800"/>
              <a:buChar char="•"/>
              <a:defRPr/>
            </a:lvl7pPr>
            <a:lvl8pPr lvl="7" algn="l">
              <a:lnSpc>
                <a:spcPct val="100000"/>
              </a:lnSpc>
              <a:spcBef>
                <a:spcPts val="370"/>
              </a:spcBef>
              <a:spcAft>
                <a:spcPts val="0"/>
              </a:spcAft>
              <a:buSzPts val="1800"/>
              <a:buChar char="•"/>
              <a:defRPr/>
            </a:lvl8pPr>
            <a:lvl9pPr lvl="8" algn="l">
              <a:lnSpc>
                <a:spcPct val="100000"/>
              </a:lnSpc>
              <a:spcBef>
                <a:spcPts val="370"/>
              </a:spcBef>
              <a:spcAft>
                <a:spcPts val="0"/>
              </a:spcAft>
              <a:buSzPts val="1800"/>
              <a:buChar char="•"/>
              <a:defRPr/>
            </a:lvl9pPr>
          </a:lstStyle>
          <a:p>
            <a:endParaRPr/>
          </a:p>
        </p:txBody>
      </p:sp>
      <p:sp>
        <p:nvSpPr>
          <p:cNvPr id="33" name="Google Shape;33;p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35" name="Google Shape;35;p3"/>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467544" y="1124744"/>
            <a:ext cx="8208912" cy="864096"/>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40" name="Google Shape;40;p4"/>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
        <p:nvSpPr>
          <p:cNvPr id="41" name="Google Shape;41;p4"/>
          <p:cNvSpPr txBox="1">
            <a:spLocks noGrp="1"/>
          </p:cNvSpPr>
          <p:nvPr>
            <p:ph type="body" idx="1"/>
          </p:nvPr>
        </p:nvSpPr>
        <p:spPr>
          <a:xfrm>
            <a:off x="539552" y="2060848"/>
            <a:ext cx="8132440" cy="3995936"/>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42"/>
        <p:cNvGrpSpPr/>
        <p:nvPr/>
      </p:nvGrpSpPr>
      <p:grpSpPr>
        <a:xfrm>
          <a:off x="0" y="0"/>
          <a:ext cx="0" cy="0"/>
          <a:chOff x="0" y="0"/>
          <a:chExt cx="0" cy="0"/>
        </a:xfrm>
      </p:grpSpPr>
      <p:sp>
        <p:nvSpPr>
          <p:cNvPr id="43" name="Google Shape;43;p5"/>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44" name="Google Shape;44;p5"/>
          <p:cNvSpPr/>
          <p:nvPr/>
        </p:nvSpPr>
        <p:spPr>
          <a:xfrm>
            <a:off x="59507" y="121175"/>
            <a:ext cx="9013372" cy="6692201"/>
          </a:xfrm>
          <a:prstGeom prst="roundRect">
            <a:avLst>
              <a:gd name="adj" fmla="val 4929"/>
            </a:avLst>
          </a:prstGeom>
          <a:blipFill rotWithShape="1">
            <a:blip r:embed="rId2">
              <a:alphaModFix/>
            </a:blip>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45" name="Google Shape;45;p5"/>
          <p:cNvSpPr txBox="1">
            <a:spLocks noGrp="1"/>
          </p:cNvSpPr>
          <p:nvPr>
            <p:ph type="title"/>
          </p:nvPr>
        </p:nvSpPr>
        <p:spPr>
          <a:xfrm>
            <a:off x="722313" y="952500"/>
            <a:ext cx="7772400" cy="1362075"/>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4000"/>
              <a:buFont typeface="Libre Franklin"/>
              <a:buNone/>
              <a:defRPr sz="40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5"/>
          <p:cNvSpPr txBox="1">
            <a:spLocks noGrp="1"/>
          </p:cNvSpPr>
          <p:nvPr>
            <p:ph type="body" idx="1"/>
          </p:nvPr>
        </p:nvSpPr>
        <p:spPr>
          <a:xfrm>
            <a:off x="722313" y="2547938"/>
            <a:ext cx="7772400" cy="13382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80"/>
              </a:spcBef>
              <a:spcAft>
                <a:spcPts val="0"/>
              </a:spcAft>
              <a:buSzPts val="2040"/>
              <a:buNone/>
              <a:defRPr sz="2400">
                <a:solidFill>
                  <a:srgbClr val="888888"/>
                </a:solidFill>
              </a:defRPr>
            </a:lvl1pPr>
            <a:lvl2pPr marL="914400" lvl="1" indent="-228600" algn="l">
              <a:lnSpc>
                <a:spcPct val="100000"/>
              </a:lnSpc>
              <a:spcBef>
                <a:spcPts val="370"/>
              </a:spcBef>
              <a:spcAft>
                <a:spcPts val="0"/>
              </a:spcAft>
              <a:buSzPts val="1530"/>
              <a:buNone/>
              <a:defRPr sz="1800">
                <a:solidFill>
                  <a:srgbClr val="888888"/>
                </a:solidFill>
              </a:defRPr>
            </a:lvl2pPr>
            <a:lvl3pPr marL="1371600" lvl="2" indent="-228600" algn="l">
              <a:lnSpc>
                <a:spcPct val="100000"/>
              </a:lnSpc>
              <a:spcBef>
                <a:spcPts val="370"/>
              </a:spcBef>
              <a:spcAft>
                <a:spcPts val="0"/>
              </a:spcAft>
              <a:buSzPts val="1360"/>
              <a:buNone/>
              <a:defRPr sz="1600">
                <a:solidFill>
                  <a:srgbClr val="888888"/>
                </a:solidFill>
              </a:defRPr>
            </a:lvl3pPr>
            <a:lvl4pPr marL="1828800" lvl="3" indent="-228600" algn="l">
              <a:lnSpc>
                <a:spcPct val="100000"/>
              </a:lnSpc>
              <a:spcBef>
                <a:spcPts val="370"/>
              </a:spcBef>
              <a:spcAft>
                <a:spcPts val="0"/>
              </a:spcAft>
              <a:buSzPts val="1120"/>
              <a:buNone/>
              <a:defRPr sz="1400">
                <a:solidFill>
                  <a:srgbClr val="888888"/>
                </a:solidFill>
              </a:defRPr>
            </a:lvl4pPr>
            <a:lvl5pPr marL="2286000" lvl="4" indent="-228600" algn="l">
              <a:lnSpc>
                <a:spcPct val="100000"/>
              </a:lnSpc>
              <a:spcBef>
                <a:spcPts val="370"/>
              </a:spcBef>
              <a:spcAft>
                <a:spcPts val="0"/>
              </a:spcAft>
              <a:buSzPts val="1400"/>
              <a:buFont typeface="Libre Baskerville"/>
              <a:buNone/>
              <a:defRPr sz="1400">
                <a:solidFill>
                  <a:srgbClr val="888888"/>
                </a:solidFill>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47" name="Google Shape;47;p5"/>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5"/>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49" name="Google Shape;49;p5"/>
          <p:cNvSpPr/>
          <p:nvPr/>
        </p:nvSpPr>
        <p:spPr>
          <a:xfrm rot="10800000" flipH="1">
            <a:off x="59364" y="1081562"/>
            <a:ext cx="9013515" cy="914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50" name="Google Shape;50;p5"/>
          <p:cNvSpPr>
            <a:spLocks noGrp="1"/>
          </p:cNvSpPr>
          <p:nvPr>
            <p:ph type="sldNum" idx="12"/>
          </p:nvPr>
        </p:nvSpPr>
        <p:spPr>
          <a:xfrm>
            <a:off x="146304" y="6208776"/>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6"/>
          <p:cNvSpPr txBox="1">
            <a:spLocks noGrp="1"/>
          </p:cNvSpPr>
          <p:nvPr>
            <p:ph type="title"/>
          </p:nvPr>
        </p:nvSpPr>
        <p:spPr>
          <a:xfrm>
            <a:off x="467544" y="1124744"/>
            <a:ext cx="8208912" cy="864096"/>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6"/>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55" name="Google Shape;55;p6"/>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
        <p:nvSpPr>
          <p:cNvPr id="56" name="Google Shape;56;p6"/>
          <p:cNvSpPr txBox="1">
            <a:spLocks noGrp="1"/>
          </p:cNvSpPr>
          <p:nvPr>
            <p:ph type="body" idx="1"/>
          </p:nvPr>
        </p:nvSpPr>
        <p:spPr>
          <a:xfrm>
            <a:off x="914400" y="1447800"/>
            <a:ext cx="3749040" cy="4572000"/>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57" name="Google Shape;57;p6"/>
          <p:cNvSpPr txBox="1">
            <a:spLocks noGrp="1"/>
          </p:cNvSpPr>
          <p:nvPr>
            <p:ph type="body" idx="2"/>
          </p:nvPr>
        </p:nvSpPr>
        <p:spPr>
          <a:xfrm>
            <a:off x="4933950" y="1447800"/>
            <a:ext cx="3749040" cy="4572000"/>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7"/>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4000"/>
              <a:buFont typeface="Libre Franklin"/>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7"/>
          <p:cNvSpPr txBox="1">
            <a:spLocks noGrp="1"/>
          </p:cNvSpPr>
          <p:nvPr>
            <p:ph type="body" idx="1"/>
          </p:nvPr>
        </p:nvSpPr>
        <p:spPr>
          <a:xfrm>
            <a:off x="9144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lnSpc>
                <a:spcPct val="100000"/>
              </a:lnSpc>
              <a:spcBef>
                <a:spcPts val="370"/>
              </a:spcBef>
              <a:spcAft>
                <a:spcPts val="0"/>
              </a:spcAft>
              <a:buSzPts val="1700"/>
              <a:buNone/>
              <a:defRPr sz="2000" b="1"/>
            </a:lvl2pPr>
            <a:lvl3pPr marL="1371600" lvl="2" indent="-228600" algn="l">
              <a:lnSpc>
                <a:spcPct val="100000"/>
              </a:lnSpc>
              <a:spcBef>
                <a:spcPts val="370"/>
              </a:spcBef>
              <a:spcAft>
                <a:spcPts val="0"/>
              </a:spcAft>
              <a:buSzPts val="1530"/>
              <a:buNone/>
              <a:defRPr sz="1800" b="1"/>
            </a:lvl3pPr>
            <a:lvl4pPr marL="1828800" lvl="3" indent="-228600" algn="l">
              <a:lnSpc>
                <a:spcPct val="100000"/>
              </a:lnSpc>
              <a:spcBef>
                <a:spcPts val="370"/>
              </a:spcBef>
              <a:spcAft>
                <a:spcPts val="0"/>
              </a:spcAft>
              <a:buSzPts val="1280"/>
              <a:buNone/>
              <a:defRPr sz="1600" b="1"/>
            </a:lvl4pPr>
            <a:lvl5pPr marL="2286000" lvl="4" indent="-228600" algn="l">
              <a:lnSpc>
                <a:spcPct val="100000"/>
              </a:lnSpc>
              <a:spcBef>
                <a:spcPts val="370"/>
              </a:spcBef>
              <a:spcAft>
                <a:spcPts val="0"/>
              </a:spcAft>
              <a:buSzPts val="1600"/>
              <a:buFont typeface="Libre Baskerville"/>
              <a:buNone/>
              <a:defRPr sz="1600" b="1"/>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1" name="Google Shape;61;p7"/>
          <p:cNvSpPr txBox="1">
            <a:spLocks noGrp="1"/>
          </p:cNvSpPr>
          <p:nvPr>
            <p:ph type="body" idx="2"/>
          </p:nvPr>
        </p:nvSpPr>
        <p:spPr>
          <a:xfrm>
            <a:off x="49530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lnSpc>
                <a:spcPct val="100000"/>
              </a:lnSpc>
              <a:spcBef>
                <a:spcPts val="370"/>
              </a:spcBef>
              <a:spcAft>
                <a:spcPts val="0"/>
              </a:spcAft>
              <a:buSzPts val="1700"/>
              <a:buNone/>
              <a:defRPr sz="2000" b="1"/>
            </a:lvl2pPr>
            <a:lvl3pPr marL="1371600" lvl="2" indent="-228600" algn="l">
              <a:lnSpc>
                <a:spcPct val="100000"/>
              </a:lnSpc>
              <a:spcBef>
                <a:spcPts val="370"/>
              </a:spcBef>
              <a:spcAft>
                <a:spcPts val="0"/>
              </a:spcAft>
              <a:buSzPts val="1530"/>
              <a:buNone/>
              <a:defRPr sz="1800" b="1"/>
            </a:lvl3pPr>
            <a:lvl4pPr marL="1828800" lvl="3" indent="-228600" algn="l">
              <a:lnSpc>
                <a:spcPct val="100000"/>
              </a:lnSpc>
              <a:spcBef>
                <a:spcPts val="370"/>
              </a:spcBef>
              <a:spcAft>
                <a:spcPts val="0"/>
              </a:spcAft>
              <a:buSzPts val="1280"/>
              <a:buNone/>
              <a:defRPr sz="1600" b="1"/>
            </a:lvl4pPr>
            <a:lvl5pPr marL="2286000" lvl="4" indent="-228600" algn="l">
              <a:lnSpc>
                <a:spcPct val="100000"/>
              </a:lnSpc>
              <a:spcBef>
                <a:spcPts val="370"/>
              </a:spcBef>
              <a:spcAft>
                <a:spcPts val="0"/>
              </a:spcAft>
              <a:buSzPts val="1600"/>
              <a:buFont typeface="Libre Baskerville"/>
              <a:buNone/>
              <a:defRPr sz="1600" b="1"/>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2" name="Google Shape;62;p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7"/>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64" name="Google Shape;64;p7"/>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
        <p:nvSpPr>
          <p:cNvPr id="65" name="Google Shape;65;p7"/>
          <p:cNvSpPr txBox="1">
            <a:spLocks noGrp="1"/>
          </p:cNvSpPr>
          <p:nvPr>
            <p:ph type="body" idx="3"/>
          </p:nvPr>
        </p:nvSpPr>
        <p:spPr>
          <a:xfrm>
            <a:off x="914400" y="2247900"/>
            <a:ext cx="3733800" cy="3886200"/>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6" name="Google Shape;66;p7"/>
          <p:cNvSpPr txBox="1">
            <a:spLocks noGrp="1"/>
          </p:cNvSpPr>
          <p:nvPr>
            <p:ph type="body" idx="4"/>
          </p:nvPr>
        </p:nvSpPr>
        <p:spPr>
          <a:xfrm>
            <a:off x="4953000" y="2247900"/>
            <a:ext cx="3733800" cy="3886200"/>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8"/>
          <p:cNvSpPr txBox="1">
            <a:spLocks noGrp="1"/>
          </p:cNvSpPr>
          <p:nvPr>
            <p:ph type="title"/>
          </p:nvPr>
        </p:nvSpPr>
        <p:spPr>
          <a:xfrm>
            <a:off x="467544" y="1124744"/>
            <a:ext cx="8208912" cy="864096"/>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8"/>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71" name="Google Shape;71;p8"/>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9"/>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9"/>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75" name="Google Shape;75;p9"/>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0"/>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78" name="Google Shape;78;p10"/>
          <p:cNvSpPr/>
          <p:nvPr/>
        </p:nvSpPr>
        <p:spPr>
          <a:xfrm>
            <a:off x="64008" y="69755"/>
            <a:ext cx="9013372" cy="6693408"/>
          </a:xfrm>
          <a:prstGeom prst="roundRect">
            <a:avLst>
              <a:gd name="adj" fmla="val 4929"/>
            </a:avLst>
          </a:prstGeom>
          <a:blipFill rotWithShape="1">
            <a:blip r:embed="rId2">
              <a:alphaModFix/>
            </a:blip>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79" name="Google Shape;79;p10"/>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4000"/>
              <a:buFont typeface="Libre Franklin"/>
              <a:buNone/>
              <a:defRPr sz="4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0"/>
          <p:cNvSpPr txBox="1">
            <a:spLocks noGrp="1"/>
          </p:cNvSpPr>
          <p:nvPr>
            <p:ph type="body" idx="1"/>
          </p:nvPr>
        </p:nvSpPr>
        <p:spPr>
          <a:xfrm>
            <a:off x="914400" y="1600200"/>
            <a:ext cx="1905000" cy="4495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80"/>
              </a:spcBef>
              <a:spcAft>
                <a:spcPts val="0"/>
              </a:spcAft>
              <a:buSzPts val="1530"/>
              <a:buNone/>
              <a:defRPr sz="1800"/>
            </a:lvl1pPr>
            <a:lvl2pPr marL="914400" lvl="1" indent="-228600" algn="l">
              <a:lnSpc>
                <a:spcPct val="100000"/>
              </a:lnSpc>
              <a:spcBef>
                <a:spcPts val="370"/>
              </a:spcBef>
              <a:spcAft>
                <a:spcPts val="0"/>
              </a:spcAft>
              <a:buSzPts val="1020"/>
              <a:buNone/>
              <a:defRPr sz="1200"/>
            </a:lvl2pPr>
            <a:lvl3pPr marL="1371600" lvl="2" indent="-228600" algn="l">
              <a:lnSpc>
                <a:spcPct val="100000"/>
              </a:lnSpc>
              <a:spcBef>
                <a:spcPts val="370"/>
              </a:spcBef>
              <a:spcAft>
                <a:spcPts val="0"/>
              </a:spcAft>
              <a:buSzPts val="850"/>
              <a:buNone/>
              <a:defRPr sz="1000"/>
            </a:lvl3pPr>
            <a:lvl4pPr marL="1828800" lvl="3" indent="-228600" algn="l">
              <a:lnSpc>
                <a:spcPct val="100000"/>
              </a:lnSpc>
              <a:spcBef>
                <a:spcPts val="370"/>
              </a:spcBef>
              <a:spcAft>
                <a:spcPts val="0"/>
              </a:spcAft>
              <a:buSzPts val="720"/>
              <a:buNone/>
              <a:defRPr sz="900"/>
            </a:lvl4pPr>
            <a:lvl5pPr marL="2286000" lvl="4" indent="-228600" algn="l">
              <a:lnSpc>
                <a:spcPct val="100000"/>
              </a:lnSpc>
              <a:spcBef>
                <a:spcPts val="370"/>
              </a:spcBef>
              <a:spcAft>
                <a:spcPts val="0"/>
              </a:spcAft>
              <a:buSzPts val="900"/>
              <a:buFont typeface="Libre Baskerville"/>
              <a:buNone/>
              <a:defRPr sz="900"/>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81" name="Google Shape;81;p10"/>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0"/>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83" name="Google Shape;83;p10"/>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
        <p:nvSpPr>
          <p:cNvPr id="84" name="Google Shape;84;p10"/>
          <p:cNvSpPr txBox="1">
            <a:spLocks noGrp="1"/>
          </p:cNvSpPr>
          <p:nvPr>
            <p:ph type="body" idx="2"/>
          </p:nvPr>
        </p:nvSpPr>
        <p:spPr>
          <a:xfrm>
            <a:off x="2971800" y="1600200"/>
            <a:ext cx="5715000" cy="4495800"/>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5"/>
        <p:cNvGrpSpPr/>
        <p:nvPr/>
      </p:nvGrpSpPr>
      <p:grpSpPr>
        <a:xfrm>
          <a:off x="0" y="0"/>
          <a:ext cx="0" cy="0"/>
          <a:chOff x="0" y="0"/>
          <a:chExt cx="0" cy="0"/>
        </a:xfrm>
      </p:grpSpPr>
      <p:sp>
        <p:nvSpPr>
          <p:cNvPr id="86" name="Google Shape;86;p11"/>
          <p:cNvSpPr txBox="1">
            <a:spLocks noGrp="1"/>
          </p:cNvSpPr>
          <p:nvPr>
            <p:ph type="title"/>
          </p:nvPr>
        </p:nvSpPr>
        <p:spPr>
          <a:xfrm>
            <a:off x="914400" y="4900550"/>
            <a:ext cx="7315200" cy="522288"/>
          </a:xfrm>
          <a:prstGeom prst="rect">
            <a:avLst/>
          </a:prstGeom>
          <a:noFill/>
          <a:ln>
            <a:noFill/>
          </a:ln>
        </p:spPr>
        <p:txBody>
          <a:bodyPr spcFirstLastPara="1" wrap="square" lIns="91425" tIns="45700" rIns="91425" bIns="91425" anchor="ctr" anchorCtr="0">
            <a:noAutofit/>
          </a:bodyPr>
          <a:lstStyle>
            <a:lvl1pPr lvl="0" algn="l">
              <a:lnSpc>
                <a:spcPct val="100000"/>
              </a:lnSpc>
              <a:spcBef>
                <a:spcPts val="0"/>
              </a:spcBef>
              <a:spcAft>
                <a:spcPts val="0"/>
              </a:spcAft>
              <a:buClr>
                <a:schemeClr val="dk2"/>
              </a:buClr>
              <a:buSzPts val="2800"/>
              <a:buFont typeface="Libre Franklin"/>
              <a:buNone/>
              <a:defRPr sz="2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1"/>
          <p:cNvSpPr txBox="1">
            <a:spLocks noGrp="1"/>
          </p:cNvSpPr>
          <p:nvPr>
            <p:ph type="body" idx="1"/>
          </p:nvPr>
        </p:nvSpPr>
        <p:spPr>
          <a:xfrm>
            <a:off x="914400" y="5445825"/>
            <a:ext cx="7315200" cy="685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80"/>
              </a:spcBef>
              <a:spcAft>
                <a:spcPts val="0"/>
              </a:spcAft>
              <a:buSzPts val="1360"/>
              <a:buFont typeface="Libre Baskerville"/>
              <a:buNone/>
              <a:defRPr sz="1600"/>
            </a:lvl1pPr>
            <a:lvl2pPr marL="914400" lvl="1" indent="-293369" algn="l">
              <a:lnSpc>
                <a:spcPct val="100000"/>
              </a:lnSpc>
              <a:spcBef>
                <a:spcPts val="370"/>
              </a:spcBef>
              <a:spcAft>
                <a:spcPts val="0"/>
              </a:spcAft>
              <a:buSzPts val="1020"/>
              <a:buChar char="⚫"/>
              <a:defRPr sz="1200"/>
            </a:lvl2pPr>
            <a:lvl3pPr marL="1371600" lvl="2" indent="-282575" algn="l">
              <a:lnSpc>
                <a:spcPct val="100000"/>
              </a:lnSpc>
              <a:spcBef>
                <a:spcPts val="370"/>
              </a:spcBef>
              <a:spcAft>
                <a:spcPts val="0"/>
              </a:spcAft>
              <a:buSzPts val="850"/>
              <a:buChar char="⚫"/>
              <a:defRPr sz="1000"/>
            </a:lvl3pPr>
            <a:lvl4pPr marL="1828800" lvl="3" indent="-274319" algn="l">
              <a:lnSpc>
                <a:spcPct val="100000"/>
              </a:lnSpc>
              <a:spcBef>
                <a:spcPts val="370"/>
              </a:spcBef>
              <a:spcAft>
                <a:spcPts val="0"/>
              </a:spcAft>
              <a:buSzPts val="720"/>
              <a:buChar char="⚫"/>
              <a:defRPr sz="900"/>
            </a:lvl4pPr>
            <a:lvl5pPr marL="2286000" lvl="4" indent="-285750" algn="l">
              <a:lnSpc>
                <a:spcPct val="100000"/>
              </a:lnSpc>
              <a:spcBef>
                <a:spcPts val="370"/>
              </a:spcBef>
              <a:spcAft>
                <a:spcPts val="0"/>
              </a:spcAft>
              <a:buSzPts val="900"/>
              <a:buFont typeface="Libre Baskerville"/>
              <a:buChar char="o"/>
              <a:defRPr sz="900"/>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88" name="Google Shape;88;p11"/>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1"/>
          <p:cNvSpPr txBox="1">
            <a:spLocks noGrp="1"/>
          </p:cNvSpPr>
          <p:nvPr>
            <p:ph type="ftr" idx="11"/>
          </p:nvPr>
        </p:nvSpPr>
        <p:spPr>
          <a:xfrm>
            <a:off x="914400" y="6172200"/>
            <a:ext cx="38862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90" name="Google Shape;90;p11"/>
          <p:cNvSpPr>
            <a:spLocks noGrp="1"/>
          </p:cNvSpPr>
          <p:nvPr>
            <p:ph type="sldNum" idx="12"/>
          </p:nvPr>
        </p:nvSpPr>
        <p:spPr>
          <a:xfrm>
            <a:off x="146304" y="6208776"/>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
        <p:nvSpPr>
          <p:cNvPr id="91" name="Google Shape;91;p11"/>
          <p:cNvSpPr/>
          <p:nvPr/>
        </p:nvSpPr>
        <p:spPr>
          <a:xfrm rot="10800000" flipH="1">
            <a:off x="68307" y="4683555"/>
            <a:ext cx="9006840" cy="914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92" name="Google Shape;92;p11"/>
          <p:cNvSpPr/>
          <p:nvPr/>
        </p:nvSpPr>
        <p:spPr>
          <a:xfrm>
            <a:off x="68508" y="4650474"/>
            <a:ext cx="9006639" cy="45719"/>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93" name="Google Shape;93;p11"/>
          <p:cNvSpPr/>
          <p:nvPr/>
        </p:nvSpPr>
        <p:spPr>
          <a:xfrm>
            <a:off x="68510" y="4773224"/>
            <a:ext cx="9006637" cy="48807"/>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94" name="Google Shape;94;p11"/>
          <p:cNvSpPr>
            <a:spLocks noGrp="1"/>
          </p:cNvSpPr>
          <p:nvPr>
            <p:ph type="pic" idx="2"/>
          </p:nvPr>
        </p:nvSpPr>
        <p:spPr>
          <a:xfrm>
            <a:off x="68308" y="66675"/>
            <a:ext cx="9001873" cy="4581525"/>
          </a:xfrm>
          <a:prstGeom prst="round2SameRect">
            <a:avLst>
              <a:gd name="adj1" fmla="val 7101"/>
              <a:gd name="adj2" fmla="val 0"/>
            </a:avLst>
          </a:prstGeom>
          <a:solidFill>
            <a:schemeClr val="lt2"/>
          </a:solidFill>
          <a:ln w="9525" cap="flat" cmpd="sng">
            <a:solidFill>
              <a:schemeClr val="dk1"/>
            </a:solidFill>
            <a:prstDash val="solid"/>
            <a:round/>
            <a:headEnd type="none" w="sm" len="sm"/>
            <a:tailEnd type="none" w="sm" len="sm"/>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5"/>
        <p:cNvGrpSpPr/>
        <p:nvPr/>
      </p:nvGrpSpPr>
      <p:grpSpPr>
        <a:xfrm>
          <a:off x="0" y="0"/>
          <a:ext cx="0" cy="0"/>
          <a:chOff x="0" y="0"/>
          <a:chExt cx="0" cy="0"/>
        </a:xfrm>
      </p:grpSpPr>
      <p:sp>
        <p:nvSpPr>
          <p:cNvPr id="96" name="Google Shape;96;p12"/>
          <p:cNvSpPr txBox="1">
            <a:spLocks noGrp="1"/>
          </p:cNvSpPr>
          <p:nvPr>
            <p:ph type="title"/>
          </p:nvPr>
        </p:nvSpPr>
        <p:spPr>
          <a:xfrm>
            <a:off x="467544" y="1124744"/>
            <a:ext cx="8208912" cy="864096"/>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12"/>
          <p:cNvSpPr txBox="1">
            <a:spLocks noGrp="1"/>
          </p:cNvSpPr>
          <p:nvPr>
            <p:ph type="body" idx="1"/>
          </p:nvPr>
        </p:nvSpPr>
        <p:spPr>
          <a:xfrm rot="5400000">
            <a:off x="2633700" y="-33300"/>
            <a:ext cx="3886944" cy="8219256"/>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98" name="Google Shape;98;p12"/>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12"/>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00" name="Google Shape;100;p12"/>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1"/>
        <p:cNvGrpSpPr/>
        <p:nvPr/>
      </p:nvGrpSpPr>
      <p:grpSpPr>
        <a:xfrm>
          <a:off x="0" y="0"/>
          <a:ext cx="0" cy="0"/>
          <a:chOff x="0" y="0"/>
          <a:chExt cx="0" cy="0"/>
        </a:xfrm>
      </p:grpSpPr>
      <p:sp>
        <p:nvSpPr>
          <p:cNvPr id="102" name="Google Shape;102;p13"/>
          <p:cNvSpPr txBox="1">
            <a:spLocks noGrp="1"/>
          </p:cNvSpPr>
          <p:nvPr>
            <p:ph type="title"/>
          </p:nvPr>
        </p:nvSpPr>
        <p:spPr>
          <a:xfrm rot="5400000">
            <a:off x="4709478" y="2194564"/>
            <a:ext cx="5851525" cy="2011680"/>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13"/>
          <p:cNvSpPr txBox="1">
            <a:spLocks noGrp="1"/>
          </p:cNvSpPr>
          <p:nvPr>
            <p:ph type="body" idx="1"/>
          </p:nvPr>
        </p:nvSpPr>
        <p:spPr>
          <a:xfrm rot="5400000">
            <a:off x="769938" y="419103"/>
            <a:ext cx="5851525" cy="5562600"/>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104" name="Google Shape;104;p1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13"/>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06" name="Google Shape;106;p13"/>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4">
            <a:alphaModFix/>
          </a:blip>
          <a:tile tx="0" ty="0" sx="55000" sy="55000" flip="none" algn="tl"/>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67544" y="1124744"/>
            <a:ext cx="8208912" cy="864096"/>
          </a:xfrm>
          <a:prstGeom prst="rect">
            <a:avLst/>
          </a:prstGeom>
          <a:noFill/>
          <a:ln>
            <a:noFill/>
          </a:ln>
        </p:spPr>
        <p:txBody>
          <a:bodyPr spcFirstLastPara="1" wrap="square" lIns="91425" tIns="45700" rIns="91425" bIns="91425" anchor="b" anchorCtr="0">
            <a:normAutofit/>
          </a:bodyPr>
          <a:lstStyle>
            <a:lvl1pPr marR="0" lvl="0" algn="l" rtl="0">
              <a:lnSpc>
                <a:spcPct val="100000"/>
              </a:lnSpc>
              <a:spcBef>
                <a:spcPts val="0"/>
              </a:spcBef>
              <a:spcAft>
                <a:spcPts val="0"/>
              </a:spcAft>
              <a:buClr>
                <a:schemeClr val="dk2"/>
              </a:buClr>
              <a:buSzPts val="4000"/>
              <a:buFont typeface="Libre Franklin"/>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67544" y="2132856"/>
            <a:ext cx="8219256" cy="3886944"/>
          </a:xfrm>
          <a:prstGeom prst="rect">
            <a:avLst/>
          </a:prstGeom>
          <a:noFill/>
          <a:ln>
            <a:noFill/>
          </a:ln>
        </p:spPr>
        <p:txBody>
          <a:bodyPr spcFirstLastPara="1" wrap="square" lIns="91425" tIns="45700" rIns="91425" bIns="45700" anchor="t" anchorCtr="0">
            <a:normAutofit/>
          </a:bodyPr>
          <a:lstStyle>
            <a:lvl1pPr marL="457200" marR="0" lvl="0" indent="-368935" algn="l" rtl="0">
              <a:lnSpc>
                <a:spcPct val="100000"/>
              </a:lnSpc>
              <a:spcBef>
                <a:spcPts val="580"/>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0"/>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0"/>
              </a:spcBef>
              <a:spcAft>
                <a:spcPts val="0"/>
              </a:spcAft>
              <a:buClr>
                <a:srgbClr val="E6AFA9"/>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0"/>
              </a:spcBef>
              <a:spcAft>
                <a:spcPts val="0"/>
              </a:spcAft>
              <a:buClr>
                <a:schemeClr val="accent3"/>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0"/>
              </a:spcBef>
              <a:spcAft>
                <a:spcPts val="0"/>
              </a:spcAft>
              <a:buClr>
                <a:schemeClr val="accent3"/>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2" name="Google Shape;12;p1"/>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3" name="Google Shape;13;p1"/>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cxnSp>
        <p:nvCxnSpPr>
          <p:cNvPr id="14" name="Google Shape;14;p1"/>
          <p:cNvCxnSpPr/>
          <p:nvPr/>
        </p:nvCxnSpPr>
        <p:spPr>
          <a:xfrm>
            <a:off x="0" y="1103478"/>
            <a:ext cx="9144000" cy="0"/>
          </a:xfrm>
          <a:prstGeom prst="straightConnector1">
            <a:avLst/>
          </a:prstGeom>
          <a:noFill/>
          <a:ln w="19050" cap="flat" cmpd="sng">
            <a:solidFill>
              <a:srgbClr val="C00000"/>
            </a:solidFill>
            <a:prstDash val="solid"/>
            <a:round/>
            <a:headEnd type="none" w="sm" len="sm"/>
            <a:tailEnd type="none" w="sm" len="sm"/>
          </a:ln>
        </p:spPr>
      </p:cxnSp>
      <p:sp>
        <p:nvSpPr>
          <p:cNvPr id="15" name="Google Shape;15;p1"/>
          <p:cNvSpPr/>
          <p:nvPr/>
        </p:nvSpPr>
        <p:spPr>
          <a:xfrm>
            <a:off x="96985" y="91654"/>
            <a:ext cx="8964488" cy="6633126"/>
          </a:xfrm>
          <a:prstGeom prst="roundRect">
            <a:avLst>
              <a:gd name="adj" fmla="val 5352"/>
            </a:avLst>
          </a:prstGeom>
          <a:noFill/>
          <a:ln w="28575"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16" name="Google Shape;16;p1"/>
          <p:cNvSpPr txBox="1"/>
          <p:nvPr/>
        </p:nvSpPr>
        <p:spPr>
          <a:xfrm>
            <a:off x="827584" y="-24"/>
            <a:ext cx="8136904" cy="99571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Department of Computer Science &amp; Engineering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C00000"/>
              </a:buClr>
              <a:buSzPts val="1800"/>
              <a:buFont typeface="Arial"/>
              <a:buNone/>
            </a:pPr>
            <a:r>
              <a:rPr lang="en-US" sz="1800" b="1" i="0" u="none" strike="noStrike" cap="none">
                <a:solidFill>
                  <a:srgbClr val="C00000"/>
                </a:solidFill>
                <a:latin typeface="Arial"/>
                <a:ea typeface="Arial"/>
                <a:cs typeface="Arial"/>
                <a:sym typeface="Arial"/>
              </a:rPr>
              <a:t>Chandigarh College of Engineering &amp; Technology (CCET -Degree Wing)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2060"/>
              </a:buClr>
              <a:buSzPts val="1200"/>
              <a:buFont typeface="Arial"/>
              <a:buNone/>
            </a:pPr>
            <a:r>
              <a:rPr lang="en-US" sz="1200" b="1" i="0" u="none" strike="noStrike" cap="none">
                <a:solidFill>
                  <a:srgbClr val="002060"/>
                </a:solidFill>
                <a:latin typeface="Arial"/>
                <a:ea typeface="Arial"/>
                <a:cs typeface="Arial"/>
                <a:sym typeface="Arial"/>
              </a:rPr>
              <a:t>(A Govt. College under Chandigarh UT Administration, Chandigarh) ,Sector-26, Chandigarh - 160019</a:t>
            </a:r>
            <a:endParaRPr sz="1400" b="0" i="0" u="none" strike="noStrike" cap="none">
              <a:solidFill>
                <a:srgbClr val="000000"/>
              </a:solidFill>
              <a:latin typeface="Arial"/>
              <a:ea typeface="Arial"/>
              <a:cs typeface="Arial"/>
              <a:sym typeface="Arial"/>
            </a:endParaRPr>
          </a:p>
        </p:txBody>
      </p:sp>
      <p:pic>
        <p:nvPicPr>
          <p:cNvPr id="17" name="Google Shape;17;p1" descr="C:\Users\Dr Sunil K Singh\Desktop\CCET Website\c.png"/>
          <p:cNvPicPr preferRelativeResize="0"/>
          <p:nvPr/>
        </p:nvPicPr>
        <p:blipFill rotWithShape="1">
          <a:blip r:embed="rId15">
            <a:alphaModFix/>
          </a:blip>
          <a:srcRect/>
          <a:stretch/>
        </p:blipFill>
        <p:spPr>
          <a:xfrm>
            <a:off x="301724" y="183044"/>
            <a:ext cx="892594" cy="84496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17.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6.xml"/><Relationship Id="rId7" Type="http://schemas.openxmlformats.org/officeDocument/2006/relationships/slide" Target="slide16.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hyperlink" Target="https://github.com/Ujjwal6710/Underwater-bodies-semantic-Segmentation" TargetMode="External"/><Relationship Id="rId5" Type="http://schemas.openxmlformats.org/officeDocument/2006/relationships/slide" Target="slide10.xml"/><Relationship Id="rId4" Type="http://schemas.openxmlformats.org/officeDocument/2006/relationships/slide" Target="slide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4"/>
          <p:cNvSpPr txBox="1">
            <a:spLocks noGrp="1"/>
          </p:cNvSpPr>
          <p:nvPr>
            <p:ph type="ctrTitle" idx="4294967295"/>
          </p:nvPr>
        </p:nvSpPr>
        <p:spPr>
          <a:xfrm>
            <a:off x="457200" y="4521821"/>
            <a:ext cx="8229600" cy="787919"/>
          </a:xfrm>
          <a:prstGeom prst="rect">
            <a:avLst/>
          </a:prstGeom>
          <a:noFill/>
          <a:ln>
            <a:noFill/>
          </a:ln>
        </p:spPr>
        <p:txBody>
          <a:bodyPr spcFirstLastPara="1" wrap="square" lIns="91425" tIns="45700" rIns="91425" bIns="91425" anchor="b" anchorCtr="0">
            <a:noAutofit/>
          </a:bodyPr>
          <a:lstStyle/>
          <a:p>
            <a:pPr marL="0" marR="0" lvl="0" indent="0" algn="ctr" rtl="0">
              <a:lnSpc>
                <a:spcPct val="100000"/>
              </a:lnSpc>
              <a:spcBef>
                <a:spcPts val="0"/>
              </a:spcBef>
              <a:spcAft>
                <a:spcPts val="0"/>
              </a:spcAft>
              <a:buClr>
                <a:srgbClr val="002060"/>
              </a:buClr>
              <a:buSzPts val="4000"/>
              <a:buFont typeface="Libre Franklin"/>
              <a:buNone/>
            </a:pPr>
            <a:r>
              <a:rPr lang="en-US" sz="3600" b="1" i="0" u="none" strike="noStrike" cap="none" dirty="0">
                <a:solidFill>
                  <a:srgbClr val="002060"/>
                </a:solidFill>
                <a:latin typeface="Libre Franklin"/>
                <a:ea typeface="Libre Franklin"/>
                <a:cs typeface="Libre Franklin"/>
                <a:sym typeface="Libre Franklin"/>
              </a:rPr>
              <a:t>Underwater Segmentation</a:t>
            </a:r>
            <a:endParaRPr sz="3600" b="1" i="0" u="none" strike="noStrike" cap="none" dirty="0">
              <a:solidFill>
                <a:srgbClr val="00B050"/>
              </a:solidFill>
              <a:latin typeface="Libre Franklin"/>
              <a:ea typeface="Libre Franklin"/>
              <a:cs typeface="Libre Franklin"/>
              <a:sym typeface="Libre Franklin"/>
            </a:endParaRPr>
          </a:p>
        </p:txBody>
      </p:sp>
      <p:sp>
        <p:nvSpPr>
          <p:cNvPr id="113" name="Google Shape;113;p14"/>
          <p:cNvSpPr txBox="1">
            <a:spLocks noGrp="1"/>
          </p:cNvSpPr>
          <p:nvPr>
            <p:ph type="ctrTitle" idx="4294967295"/>
          </p:nvPr>
        </p:nvSpPr>
        <p:spPr>
          <a:xfrm>
            <a:off x="457200" y="3372289"/>
            <a:ext cx="8229600" cy="968188"/>
          </a:xfrm>
          <a:prstGeom prst="rect">
            <a:avLst/>
          </a:prstGeom>
          <a:noFill/>
          <a:ln>
            <a:noFill/>
          </a:ln>
        </p:spPr>
        <p:txBody>
          <a:bodyPr spcFirstLastPara="1" wrap="square" lIns="91425" tIns="45700" rIns="91425" bIns="91425" anchor="b" anchorCtr="0">
            <a:noAutofit/>
          </a:bodyPr>
          <a:lstStyle/>
          <a:p>
            <a:pPr marL="0" marR="0" lvl="0" indent="0" algn="ctr" rtl="0">
              <a:lnSpc>
                <a:spcPct val="100000"/>
              </a:lnSpc>
              <a:spcBef>
                <a:spcPts val="0"/>
              </a:spcBef>
              <a:spcAft>
                <a:spcPts val="0"/>
              </a:spcAft>
              <a:buClr>
                <a:srgbClr val="002060"/>
              </a:buClr>
              <a:buSzPts val="4000"/>
              <a:buFont typeface="Libre Franklin"/>
              <a:buNone/>
            </a:pPr>
            <a:r>
              <a:rPr lang="en-US" sz="3600" b="1" i="0" u="none" strike="noStrike" cap="none" dirty="0">
                <a:solidFill>
                  <a:srgbClr val="00B050"/>
                </a:solidFill>
                <a:latin typeface="Libre Franklin"/>
                <a:ea typeface="Libre Franklin"/>
                <a:cs typeface="Libre Franklin"/>
                <a:sym typeface="Libre Franklin"/>
              </a:rPr>
              <a:t>SUMMER TRAINING </a:t>
            </a:r>
            <a:br>
              <a:rPr lang="en-US" sz="3600" b="1" i="0" u="none" strike="noStrike" cap="none" dirty="0">
                <a:solidFill>
                  <a:srgbClr val="00B050"/>
                </a:solidFill>
                <a:latin typeface="Libre Franklin"/>
                <a:ea typeface="Libre Franklin"/>
                <a:cs typeface="Libre Franklin"/>
                <a:sym typeface="Libre Franklin"/>
              </a:rPr>
            </a:br>
            <a:r>
              <a:rPr lang="en-US" sz="3600" b="1" i="0" u="none" strike="noStrike" cap="none" dirty="0">
                <a:solidFill>
                  <a:srgbClr val="00B050"/>
                </a:solidFill>
                <a:latin typeface="Libre Franklin"/>
                <a:ea typeface="Libre Franklin"/>
                <a:cs typeface="Libre Franklin"/>
                <a:sym typeface="Libre Franklin"/>
              </a:rPr>
              <a:t>7</a:t>
            </a:r>
            <a:r>
              <a:rPr lang="en-US" sz="3600" b="1" i="0" u="none" strike="noStrike" cap="none" baseline="30000" dirty="0">
                <a:solidFill>
                  <a:srgbClr val="00B050"/>
                </a:solidFill>
                <a:latin typeface="Libre Franklin"/>
                <a:ea typeface="Libre Franklin"/>
                <a:cs typeface="Libre Franklin"/>
                <a:sym typeface="Libre Franklin"/>
              </a:rPr>
              <a:t>TH</a:t>
            </a:r>
            <a:r>
              <a:rPr lang="en-US" sz="3600" b="1" i="0" u="none" strike="noStrike" cap="none" dirty="0">
                <a:solidFill>
                  <a:srgbClr val="00B050"/>
                </a:solidFill>
                <a:latin typeface="Libre Franklin"/>
                <a:ea typeface="Libre Franklin"/>
                <a:cs typeface="Libre Franklin"/>
                <a:sym typeface="Libre Franklin"/>
              </a:rPr>
              <a:t> SEMESTER</a:t>
            </a:r>
            <a:endParaRPr sz="3600" b="1" i="0" u="none" strike="noStrike" cap="none" dirty="0">
              <a:solidFill>
                <a:srgbClr val="00B050"/>
              </a:solidFill>
              <a:latin typeface="Libre Franklin"/>
              <a:ea typeface="Libre Franklin"/>
              <a:cs typeface="Libre Franklin"/>
              <a:sym typeface="Libre Franklin"/>
            </a:endParaRPr>
          </a:p>
        </p:txBody>
      </p:sp>
      <p:sp>
        <p:nvSpPr>
          <p:cNvPr id="114" name="Google Shape;114;p14"/>
          <p:cNvSpPr txBox="1"/>
          <p:nvPr/>
        </p:nvSpPr>
        <p:spPr>
          <a:xfrm>
            <a:off x="369775" y="5672428"/>
            <a:ext cx="8229600" cy="475200"/>
          </a:xfrm>
          <a:prstGeom prst="rect">
            <a:avLst/>
          </a:prstGeom>
          <a:noFill/>
          <a:ln>
            <a:noFill/>
          </a:ln>
        </p:spPr>
        <p:txBody>
          <a:bodyPr spcFirstLastPara="1" wrap="square" lIns="91425" tIns="45700" rIns="91425" bIns="91425" anchor="b" anchorCtr="0">
            <a:noAutofit/>
          </a:bodyPr>
          <a:lstStyle/>
          <a:p>
            <a:pPr marL="0" marR="0" lvl="0" indent="0" algn="ctr" rtl="0">
              <a:lnSpc>
                <a:spcPct val="100000"/>
              </a:lnSpc>
              <a:spcBef>
                <a:spcPts val="0"/>
              </a:spcBef>
              <a:spcAft>
                <a:spcPts val="0"/>
              </a:spcAft>
              <a:buClr>
                <a:srgbClr val="002060"/>
              </a:buClr>
              <a:buSzPts val="4000"/>
              <a:buFont typeface="Libre Franklin"/>
              <a:buNone/>
            </a:pPr>
            <a:r>
              <a:rPr lang="en-US" sz="2400" b="1" i="0" u="none" strike="noStrike" cap="none" dirty="0">
                <a:solidFill>
                  <a:srgbClr val="002060"/>
                </a:solidFill>
                <a:latin typeface="Libre Franklin"/>
                <a:ea typeface="Libre Franklin"/>
                <a:cs typeface="Libre Franklin"/>
                <a:sym typeface="Libre Franklin"/>
              </a:rPr>
              <a:t>Ujjwal Chopra - CO21363</a:t>
            </a:r>
            <a:endParaRPr sz="2400" b="1" i="0" u="none" strike="noStrike" cap="none" dirty="0">
              <a:solidFill>
                <a:srgbClr val="00B050"/>
              </a:solidFill>
              <a:latin typeface="Libre Franklin"/>
              <a:ea typeface="Libre Franklin"/>
              <a:cs typeface="Libre Franklin"/>
              <a:sym typeface="Libre Frankli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5"/>
          <p:cNvSpPr txBox="1">
            <a:spLocks noGrp="1"/>
          </p:cNvSpPr>
          <p:nvPr>
            <p:ph type="ctrTitle"/>
          </p:nvPr>
        </p:nvSpPr>
        <p:spPr>
          <a:xfrm>
            <a:off x="685800" y="1351075"/>
            <a:ext cx="7772400" cy="890400"/>
          </a:xfrm>
          <a:prstGeom prst="rect">
            <a:avLst/>
          </a:prstGeom>
          <a:noFill/>
          <a:ln>
            <a:noFill/>
          </a:ln>
        </p:spPr>
        <p:txBody>
          <a:bodyPr spcFirstLastPara="1" wrap="square" lIns="91425" tIns="45700" rIns="91425" bIns="91425" anchor="b" anchorCtr="0">
            <a:normAutofit/>
          </a:bodyPr>
          <a:lstStyle/>
          <a:p>
            <a:pPr marL="0" lvl="0" indent="0" algn="ctr" rtl="0">
              <a:lnSpc>
                <a:spcPct val="100000"/>
              </a:lnSpc>
              <a:spcBef>
                <a:spcPts val="0"/>
              </a:spcBef>
              <a:spcAft>
                <a:spcPts val="0"/>
              </a:spcAft>
              <a:buClr>
                <a:srgbClr val="C00000"/>
              </a:buClr>
              <a:buSzPts val="3600"/>
              <a:buFont typeface="Libre Franklin"/>
              <a:buNone/>
            </a:pPr>
            <a:r>
              <a:rPr lang="en-US" b="1" dirty="0">
                <a:solidFill>
                  <a:srgbClr val="C00000"/>
                </a:solidFill>
                <a:latin typeface="Times New Roman" panose="02020603050405020304" pitchFamily="18" charset="0"/>
                <a:cs typeface="Times New Roman" panose="02020603050405020304" pitchFamily="18" charset="0"/>
              </a:rPr>
              <a:t>Topics We’ll Cover</a:t>
            </a:r>
            <a:endParaRPr b="1" dirty="0">
              <a:solidFill>
                <a:srgbClr val="C00000"/>
              </a:solidFill>
              <a:latin typeface="Times New Roman" panose="02020603050405020304" pitchFamily="18" charset="0"/>
              <a:cs typeface="Times New Roman" panose="02020603050405020304" pitchFamily="18" charset="0"/>
            </a:endParaRPr>
          </a:p>
        </p:txBody>
      </p:sp>
      <p:sp>
        <p:nvSpPr>
          <p:cNvPr id="120" name="Google Shape;120;p15"/>
          <p:cNvSpPr txBox="1">
            <a:spLocks noGrp="1"/>
          </p:cNvSpPr>
          <p:nvPr>
            <p:ph type="subTitle" idx="1"/>
          </p:nvPr>
        </p:nvSpPr>
        <p:spPr>
          <a:xfrm>
            <a:off x="800100" y="2241475"/>
            <a:ext cx="7543800" cy="3672900"/>
          </a:xfrm>
          <a:prstGeom prst="rect">
            <a:avLst/>
          </a:prstGeom>
          <a:noFill/>
          <a:ln>
            <a:noFill/>
          </a:ln>
        </p:spPr>
        <p:txBody>
          <a:bodyPr spcFirstLastPara="1" wrap="square" lIns="91425" tIns="45700" rIns="91425" bIns="45700" anchor="t" anchorCtr="0">
            <a:normAutofit/>
          </a:bodyPr>
          <a:lstStyle/>
          <a:p>
            <a:pPr marL="608330" lvl="0" indent="-457200" algn="l" rtl="0">
              <a:lnSpc>
                <a:spcPct val="100000"/>
              </a:lnSpc>
              <a:spcBef>
                <a:spcPts val="580"/>
              </a:spcBef>
              <a:spcAft>
                <a:spcPts val="0"/>
              </a:spcAft>
              <a:buSzPts val="2573"/>
              <a:buFont typeface="Arial" panose="020B0604020202020204" pitchFamily="34" charset="0"/>
              <a:buChar char="•"/>
            </a:pPr>
            <a:r>
              <a:rPr lang="en-US" sz="2800" dirty="0">
                <a:latin typeface="Times New Roman" panose="02020603050405020304" pitchFamily="18" charset="0"/>
                <a:ea typeface="Lexend Deca"/>
                <a:cs typeface="Times New Roman" panose="02020603050405020304" pitchFamily="18" charset="0"/>
                <a:sym typeface="Lexend Deca"/>
              </a:rPr>
              <a:t>Introduction</a:t>
            </a:r>
          </a:p>
          <a:p>
            <a:pPr marL="608330" lvl="0" indent="-457200" algn="l" rtl="0">
              <a:lnSpc>
                <a:spcPct val="100000"/>
              </a:lnSpc>
              <a:spcBef>
                <a:spcPts val="580"/>
              </a:spcBef>
              <a:spcAft>
                <a:spcPts val="0"/>
              </a:spcAft>
              <a:buSzPts val="2573"/>
              <a:buFont typeface="Arial" panose="020B0604020202020204" pitchFamily="34" charset="0"/>
              <a:buChar char="•"/>
            </a:pPr>
            <a:r>
              <a:rPr lang="en-US" sz="2800" dirty="0">
                <a:latin typeface="Times New Roman" panose="02020603050405020304" pitchFamily="18" charset="0"/>
                <a:ea typeface="Lexend Deca"/>
                <a:cs typeface="Times New Roman" panose="02020603050405020304" pitchFamily="18" charset="0"/>
                <a:sym typeface="Lexend Deca"/>
              </a:rPr>
              <a:t>Dataset</a:t>
            </a:r>
          </a:p>
          <a:p>
            <a:pPr marL="608330" lvl="0" indent="-457200" algn="l" rtl="0">
              <a:lnSpc>
                <a:spcPct val="100000"/>
              </a:lnSpc>
              <a:spcBef>
                <a:spcPts val="580"/>
              </a:spcBef>
              <a:spcAft>
                <a:spcPts val="0"/>
              </a:spcAft>
              <a:buSzPts val="2573"/>
              <a:buFont typeface="Arial" panose="020B0604020202020204" pitchFamily="34" charset="0"/>
              <a:buChar char="•"/>
            </a:pPr>
            <a:r>
              <a:rPr lang="en-US" sz="2800" dirty="0">
                <a:latin typeface="Times New Roman" panose="02020603050405020304" pitchFamily="18" charset="0"/>
                <a:ea typeface="Lexend Deca"/>
                <a:cs typeface="Times New Roman" panose="02020603050405020304" pitchFamily="18" charset="0"/>
                <a:sym typeface="Lexend Deca"/>
              </a:rPr>
              <a:t>U-Net</a:t>
            </a:r>
          </a:p>
          <a:p>
            <a:pPr marL="608330" lvl="0" indent="-457200" algn="l" rtl="0">
              <a:lnSpc>
                <a:spcPct val="100000"/>
              </a:lnSpc>
              <a:spcBef>
                <a:spcPts val="580"/>
              </a:spcBef>
              <a:spcAft>
                <a:spcPts val="0"/>
              </a:spcAft>
              <a:buSzPts val="2573"/>
              <a:buFont typeface="Arial" panose="020B0604020202020204" pitchFamily="34" charset="0"/>
              <a:buChar char="•"/>
            </a:pPr>
            <a:r>
              <a:rPr lang="en-US" sz="2800" dirty="0">
                <a:latin typeface="Times New Roman" panose="02020603050405020304" pitchFamily="18" charset="0"/>
                <a:ea typeface="Lexend Deca"/>
                <a:cs typeface="Times New Roman" panose="02020603050405020304" pitchFamily="18" charset="0"/>
                <a:sym typeface="Lexend Deca"/>
              </a:rPr>
              <a:t>FCN</a:t>
            </a:r>
          </a:p>
          <a:p>
            <a:pPr marL="608330" lvl="0" indent="-457200" algn="l" rtl="0">
              <a:lnSpc>
                <a:spcPct val="100000"/>
              </a:lnSpc>
              <a:spcBef>
                <a:spcPts val="580"/>
              </a:spcBef>
              <a:spcAft>
                <a:spcPts val="0"/>
              </a:spcAft>
              <a:buSzPts val="2573"/>
              <a:buFont typeface="Arial" panose="020B0604020202020204" pitchFamily="34" charset="0"/>
              <a:buChar char="•"/>
            </a:pPr>
            <a:r>
              <a:rPr lang="en-US" sz="2800" dirty="0">
                <a:latin typeface="Times New Roman" panose="02020603050405020304" pitchFamily="18" charset="0"/>
                <a:ea typeface="Lexend Deca"/>
                <a:cs typeface="Times New Roman" panose="02020603050405020304" pitchFamily="18" charset="0"/>
                <a:sym typeface="Lexend Deca"/>
              </a:rPr>
              <a:t>DeepLab-V3 </a:t>
            </a:r>
          </a:p>
          <a:p>
            <a:pPr marL="608330" lvl="0" indent="-457200" algn="l" rtl="0">
              <a:lnSpc>
                <a:spcPct val="100000"/>
              </a:lnSpc>
              <a:spcBef>
                <a:spcPts val="580"/>
              </a:spcBef>
              <a:spcAft>
                <a:spcPts val="0"/>
              </a:spcAft>
              <a:buSzPts val="2573"/>
              <a:buFont typeface="Arial" panose="020B0604020202020204" pitchFamily="34" charset="0"/>
              <a:buChar char="•"/>
            </a:pPr>
            <a:r>
              <a:rPr lang="en-US" sz="2800" dirty="0">
                <a:latin typeface="Times New Roman" panose="02020603050405020304" pitchFamily="18" charset="0"/>
                <a:ea typeface="Lexend Deca"/>
                <a:cs typeface="Times New Roman" panose="02020603050405020304" pitchFamily="18" charset="0"/>
                <a:sym typeface="Lexend Deca"/>
              </a:rPr>
              <a:t>Results </a:t>
            </a:r>
            <a:endParaRPr sz="2800" dirty="0">
              <a:latin typeface="Times New Roman" panose="02020603050405020304" pitchFamily="18" charset="0"/>
              <a:ea typeface="Lexend Deca"/>
              <a:cs typeface="Times New Roman" panose="02020603050405020304" pitchFamily="18" charset="0"/>
              <a:sym typeface="Lexend Deca"/>
            </a:endParaRPr>
          </a:p>
        </p:txBody>
      </p:sp>
      <p:sp>
        <p:nvSpPr>
          <p:cNvPr id="121" name="Google Shape;121;p15"/>
          <p:cNvSpPr txBox="1">
            <a:spLocks noGrp="1"/>
          </p:cNvSpPr>
          <p:nvPr>
            <p:ph type="ftr" idx="11"/>
          </p:nvPr>
        </p:nvSpPr>
        <p:spPr>
          <a:xfrm>
            <a:off x="548950" y="6191250"/>
            <a:ext cx="2895600" cy="476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CS-756</a:t>
            </a:r>
            <a:endParaRPr dirty="0"/>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6"/>
          <p:cNvSpPr txBox="1"/>
          <p:nvPr/>
        </p:nvSpPr>
        <p:spPr>
          <a:xfrm>
            <a:off x="678180" y="1363980"/>
            <a:ext cx="7683202" cy="756914"/>
          </a:xfrm>
          <a:prstGeom prst="rect">
            <a:avLst/>
          </a:prstGeom>
          <a:noFill/>
          <a:ln>
            <a:noFill/>
          </a:ln>
        </p:spPr>
        <p:txBody>
          <a:bodyPr spcFirstLastPara="1" wrap="square" lIns="91425" tIns="45700" rIns="91425" bIns="91425" anchor="b" anchorCtr="0">
            <a:normAutofit fontScale="97500"/>
          </a:bodyPr>
          <a:lstStyle/>
          <a:p>
            <a:pPr marL="0" marR="0" lvl="0" indent="0" algn="ctr" rtl="0">
              <a:lnSpc>
                <a:spcPct val="100000"/>
              </a:lnSpc>
              <a:spcBef>
                <a:spcPts val="0"/>
              </a:spcBef>
              <a:spcAft>
                <a:spcPts val="0"/>
              </a:spcAft>
              <a:buClr>
                <a:schemeClr val="dk2"/>
              </a:buClr>
              <a:buSzPct val="138888"/>
              <a:buFont typeface="Libre Franklin"/>
              <a:buNone/>
            </a:pPr>
            <a:r>
              <a:rPr lang="en-US" sz="4000" dirty="0">
                <a:solidFill>
                  <a:srgbClr val="C00000"/>
                </a:solidFill>
                <a:latin typeface="Times New Roman" panose="02020603050405020304" pitchFamily="18" charset="0"/>
                <a:ea typeface="Libre Franklin"/>
                <a:cs typeface="Times New Roman" panose="02020603050405020304" pitchFamily="18" charset="0"/>
                <a:sym typeface="Libre Franklin"/>
              </a:rPr>
              <a:t>Introduction</a:t>
            </a:r>
            <a:endParaRPr sz="4000" b="0" i="0" u="none" strike="noStrike" cap="none" dirty="0">
              <a:solidFill>
                <a:srgbClr val="C00000"/>
              </a:solidFill>
              <a:latin typeface="Times New Roman" panose="02020603050405020304" pitchFamily="18" charset="0"/>
              <a:ea typeface="Libre Franklin"/>
              <a:cs typeface="Times New Roman" panose="02020603050405020304" pitchFamily="18" charset="0"/>
              <a:sym typeface="Libre Franklin"/>
            </a:endParaRPr>
          </a:p>
        </p:txBody>
      </p:sp>
      <p:sp>
        <p:nvSpPr>
          <p:cNvPr id="127" name="Google Shape;127;p16"/>
          <p:cNvSpPr txBox="1"/>
          <p:nvPr/>
        </p:nvSpPr>
        <p:spPr>
          <a:xfrm>
            <a:off x="678179" y="2446020"/>
            <a:ext cx="7780021" cy="3108503"/>
          </a:xfrm>
          <a:prstGeom prst="rect">
            <a:avLst/>
          </a:prstGeom>
          <a:noFill/>
          <a:ln>
            <a:noFill/>
          </a:ln>
        </p:spPr>
        <p:txBody>
          <a:bodyPr spcFirstLastPara="1" wrap="square" lIns="91425" tIns="45700" rIns="91425" bIns="45700" anchor="t" anchorCtr="0">
            <a:spAutoFit/>
          </a:bodyPr>
          <a:lstStyle/>
          <a:p>
            <a:pPr marL="457200" indent="-457200">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Image segmentation is an important step in many computer vision and image processing algorithms. It is often adopted in tasks such as object detection, classification, and tracking. The segmentation of underwater images is a challenging problem as the water and particles present in the water scatter and absorb the light rays. These effects make the application of traditional segmentation methods cumbersome. </a:t>
            </a:r>
          </a:p>
          <a:p>
            <a:pPr marL="457200"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tries to explore underwater objects by applying semantic image segmentation.</a:t>
            </a:r>
          </a:p>
          <a:p>
            <a:pPr marL="457200"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Underwater image segmentation concentrates on separating the source input into individual and non-overlapping portions, which is a fundamental and critical step for image analysis and understanding. In recent years, plenty of underwater image segmentation models have been investigated.</a:t>
            </a:r>
            <a:endParaRPr lang="en-US" altLang="en-US"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Therefore , in this project we shall be exploring the use of underwater image segmentation and see the results after applying different algorithms such FCN , U-Net and DeepLabV3 on the SUIM dataset.</a:t>
            </a:r>
          </a:p>
          <a:p>
            <a:pPr marL="457200" indent="-45720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7258E-6A46-117A-1BB9-793CDFD23421}"/>
              </a:ext>
            </a:extLst>
          </p:cNvPr>
          <p:cNvSpPr>
            <a:spLocks noGrp="1"/>
          </p:cNvSpPr>
          <p:nvPr>
            <p:ph type="ctrTitle"/>
          </p:nvPr>
        </p:nvSpPr>
        <p:spPr>
          <a:xfrm>
            <a:off x="685800" y="1286934"/>
            <a:ext cx="7772400" cy="719666"/>
          </a:xfrm>
        </p:spPr>
        <p:txBody>
          <a:bodyPr>
            <a:normAutofit fontScale="90000"/>
          </a:bodyPr>
          <a:lstStyle/>
          <a:p>
            <a:r>
              <a:rPr lang="en-US" dirty="0">
                <a:solidFill>
                  <a:srgbClr val="C00000"/>
                </a:solidFill>
                <a:latin typeface="Times New Roman" panose="02020603050405020304" pitchFamily="18" charset="0"/>
                <a:cs typeface="Times New Roman" panose="02020603050405020304" pitchFamily="18" charset="0"/>
              </a:rPr>
              <a:t>Dataset – SUIM Dataset</a:t>
            </a:r>
            <a:endParaRPr lang="en-GB" dirty="0">
              <a:solidFill>
                <a:srgbClr val="C0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F36A69E-99F9-24AD-412C-96EF7E6EEF97}"/>
              </a:ext>
            </a:extLst>
          </p:cNvPr>
          <p:cNvSpPr>
            <a:spLocks noGrp="1"/>
          </p:cNvSpPr>
          <p:nvPr>
            <p:ph type="subTitle" idx="1"/>
          </p:nvPr>
        </p:nvSpPr>
        <p:spPr>
          <a:xfrm>
            <a:off x="685800" y="2226734"/>
            <a:ext cx="4645742" cy="3060564"/>
          </a:xfrm>
        </p:spPr>
        <p:txBody>
          <a:bodyPr>
            <a:normAutofit/>
          </a:bodyPr>
          <a:lstStyle/>
          <a:p>
            <a:pPr marL="545465" indent="-45720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performance of the model is validated by using the dataset SUIM (</a:t>
            </a:r>
            <a:r>
              <a:rPr lang="en-US" sz="1600" b="0" i="0" dirty="0">
                <a:solidFill>
                  <a:srgbClr val="333333"/>
                </a:solidFill>
                <a:effectLst/>
                <a:latin typeface="Times New Roman" panose="02020603050405020304" pitchFamily="18" charset="0"/>
                <a:cs typeface="Times New Roman" panose="02020603050405020304" pitchFamily="18" charset="0"/>
              </a:rPr>
              <a:t>semantic segmentation of underwater imagery)</a:t>
            </a:r>
            <a:r>
              <a:rPr lang="en-US" sz="1600" dirty="0">
                <a:latin typeface="Times New Roman" panose="02020603050405020304" pitchFamily="18" charset="0"/>
                <a:cs typeface="Times New Roman" panose="02020603050405020304" pitchFamily="18" charset="0"/>
              </a:rPr>
              <a:t> proposed by Islam et al. (2020) </a:t>
            </a:r>
            <a:r>
              <a:rPr lang="en-US" sz="1600" dirty="0">
                <a:solidFill>
                  <a:srgbClr val="00B0F0"/>
                </a:solidFill>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val="tx"/>
                    </a:ext>
                  </a:extLst>
                </a:hlinkClick>
              </a:rPr>
              <a:t>[1]</a:t>
            </a:r>
            <a:r>
              <a:rPr lang="en-US" sz="1600" dirty="0">
                <a:solidFill>
                  <a:srgbClr val="96A9A9"/>
                </a:solidFill>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val="tx"/>
                    </a:ext>
                  </a:extLst>
                </a:hlinkClick>
              </a:rPr>
              <a:t> </a:t>
            </a:r>
            <a:r>
              <a:rPr lang="en-US" sz="1600" dirty="0">
                <a:latin typeface="Times New Roman" panose="02020603050405020304" pitchFamily="18" charset="0"/>
                <a:cs typeface="Times New Roman" panose="02020603050405020304" pitchFamily="18" charset="0"/>
              </a:rPr>
              <a:t>for semantic segmentation of underwater images and the data set.</a:t>
            </a:r>
          </a:p>
          <a:p>
            <a:pPr marL="545465" indent="-45720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SUIM dataset contains 1525 natural underwater images with their real semantic labels and a test set of 110 images collected during ocean exploration and human–robot cooperation experiments. </a:t>
            </a:r>
          </a:p>
        </p:txBody>
      </p:sp>
      <p:pic>
        <p:nvPicPr>
          <p:cNvPr id="5" name="Picture 4">
            <a:extLst>
              <a:ext uri="{FF2B5EF4-FFF2-40B4-BE49-F238E27FC236}">
                <a16:creationId xmlns:a16="http://schemas.microsoft.com/office/drawing/2014/main" id="{32E734D5-7E0F-36E7-005D-8D6728A7B286}"/>
              </a:ext>
            </a:extLst>
          </p:cNvPr>
          <p:cNvPicPr>
            <a:picLocks noChangeAspect="1"/>
          </p:cNvPicPr>
          <p:nvPr/>
        </p:nvPicPr>
        <p:blipFill>
          <a:blip r:embed="rId3"/>
          <a:stretch>
            <a:fillRect/>
          </a:stretch>
        </p:blipFill>
        <p:spPr>
          <a:xfrm>
            <a:off x="5331542" y="1836988"/>
            <a:ext cx="3487002" cy="3184024"/>
          </a:xfrm>
          <a:prstGeom prst="rect">
            <a:avLst/>
          </a:prstGeom>
        </p:spPr>
      </p:pic>
      <p:sp>
        <p:nvSpPr>
          <p:cNvPr id="6" name="TextBox 5">
            <a:extLst>
              <a:ext uri="{FF2B5EF4-FFF2-40B4-BE49-F238E27FC236}">
                <a16:creationId xmlns:a16="http://schemas.microsoft.com/office/drawing/2014/main" id="{A8D47F78-1E47-56DF-E3A2-E9432F099D52}"/>
              </a:ext>
            </a:extLst>
          </p:cNvPr>
          <p:cNvSpPr txBox="1"/>
          <p:nvPr/>
        </p:nvSpPr>
        <p:spPr>
          <a:xfrm>
            <a:off x="5670259" y="5081790"/>
            <a:ext cx="2809567" cy="307777"/>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Figure 1. Pixel Annotations</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1140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uba diver under water&#10;&#10;AI-generated content may be incorrect.">
            <a:extLst>
              <a:ext uri="{FF2B5EF4-FFF2-40B4-BE49-F238E27FC236}">
                <a16:creationId xmlns:a16="http://schemas.microsoft.com/office/drawing/2014/main" id="{9922C666-3773-1FEB-D735-66FC33110B8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7778" y="1249301"/>
            <a:ext cx="3529965" cy="2648585"/>
          </a:xfrm>
          <a:prstGeom prst="rect">
            <a:avLst/>
          </a:prstGeom>
          <a:noFill/>
          <a:ln>
            <a:noFill/>
          </a:ln>
        </p:spPr>
      </p:pic>
      <p:pic>
        <p:nvPicPr>
          <p:cNvPr id="5" name="Picture 4">
            <a:extLst>
              <a:ext uri="{FF2B5EF4-FFF2-40B4-BE49-F238E27FC236}">
                <a16:creationId xmlns:a16="http://schemas.microsoft.com/office/drawing/2014/main" id="{07CEC180-CB96-A1C0-FB28-2661BD20072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19259" y="1249301"/>
            <a:ext cx="3532005" cy="2648585"/>
          </a:xfrm>
          <a:prstGeom prst="rect">
            <a:avLst/>
          </a:prstGeom>
          <a:noFill/>
          <a:ln>
            <a:noFill/>
          </a:ln>
        </p:spPr>
      </p:pic>
      <p:sp>
        <p:nvSpPr>
          <p:cNvPr id="6" name="TextBox 5">
            <a:extLst>
              <a:ext uri="{FF2B5EF4-FFF2-40B4-BE49-F238E27FC236}">
                <a16:creationId xmlns:a16="http://schemas.microsoft.com/office/drawing/2014/main" id="{34ABDF01-0D5A-BB8E-A8A8-7DF23BCF1DE2}"/>
              </a:ext>
            </a:extLst>
          </p:cNvPr>
          <p:cNvSpPr txBox="1"/>
          <p:nvPr/>
        </p:nvSpPr>
        <p:spPr>
          <a:xfrm>
            <a:off x="417777" y="3983032"/>
            <a:ext cx="3529965" cy="307777"/>
          </a:xfrm>
          <a:prstGeom prst="rect">
            <a:avLst/>
          </a:prstGeom>
          <a:noFill/>
        </p:spPr>
        <p:txBody>
          <a:bodyPr wrap="square" rtlCol="0">
            <a:spAutoFit/>
          </a:bodyPr>
          <a:lstStyle/>
          <a:p>
            <a:pPr algn="ctr"/>
            <a:r>
              <a:rPr lang="en-US" dirty="0"/>
              <a:t>Figure 2. Images Dataset</a:t>
            </a:r>
            <a:endParaRPr lang="en-GB" dirty="0"/>
          </a:p>
        </p:txBody>
      </p:sp>
      <p:sp>
        <p:nvSpPr>
          <p:cNvPr id="8" name="TextBox 7">
            <a:extLst>
              <a:ext uri="{FF2B5EF4-FFF2-40B4-BE49-F238E27FC236}">
                <a16:creationId xmlns:a16="http://schemas.microsoft.com/office/drawing/2014/main" id="{A118EFFF-F0DC-C092-8852-D9D4A8C49853}"/>
              </a:ext>
            </a:extLst>
          </p:cNvPr>
          <p:cNvSpPr txBox="1"/>
          <p:nvPr/>
        </p:nvSpPr>
        <p:spPr>
          <a:xfrm>
            <a:off x="4862490" y="3983032"/>
            <a:ext cx="3488773" cy="307777"/>
          </a:xfrm>
          <a:prstGeom prst="rect">
            <a:avLst/>
          </a:prstGeom>
          <a:noFill/>
        </p:spPr>
        <p:txBody>
          <a:bodyPr wrap="square" rtlCol="0">
            <a:spAutoFit/>
          </a:bodyPr>
          <a:lstStyle/>
          <a:p>
            <a:pPr algn="ctr"/>
            <a:r>
              <a:rPr lang="en-US" dirty="0"/>
              <a:t>Figure 3. Mask Labels</a:t>
            </a:r>
            <a:endParaRPr lang="en-GB" dirty="0"/>
          </a:p>
        </p:txBody>
      </p:sp>
    </p:spTree>
    <p:extLst>
      <p:ext uri="{BB962C8B-B14F-4D97-AF65-F5344CB8AC3E}">
        <p14:creationId xmlns:p14="http://schemas.microsoft.com/office/powerpoint/2010/main" val="835629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693942A-FB0A-7490-05C3-F10F043A8135}"/>
              </a:ext>
            </a:extLst>
          </p:cNvPr>
          <p:cNvSpPr>
            <a:spLocks noGrp="1"/>
          </p:cNvSpPr>
          <p:nvPr>
            <p:ph type="subTitle" idx="1"/>
          </p:nvPr>
        </p:nvSpPr>
        <p:spPr>
          <a:xfrm>
            <a:off x="584258" y="2123768"/>
            <a:ext cx="8219499" cy="3857484"/>
          </a:xfrm>
        </p:spPr>
        <p:txBody>
          <a:bodyPr>
            <a:normAutofit/>
          </a:bodyPr>
          <a:lstStyle/>
          <a:p>
            <a:pPr marL="545465" indent="-457200" algn="just">
              <a:buFont typeface="Arial" panose="020B0604020202020204" pitchFamily="34" charset="0"/>
              <a:buChar char="•"/>
            </a:pPr>
            <a:r>
              <a:rPr lang="en-US" sz="1800" dirty="0"/>
              <a:t>It is the first neural networks to be used for image segmentation.</a:t>
            </a:r>
          </a:p>
          <a:p>
            <a:pPr marL="545465" indent="-457200" algn="just">
              <a:buFont typeface="Arial" panose="020B0604020202020204" pitchFamily="34" charset="0"/>
              <a:buChar char="•"/>
            </a:pPr>
            <a:r>
              <a:rPr lang="en-US" sz="1800" dirty="0"/>
              <a:t>They construct the frames using the deconvolutional layers to restore the size of the productions result . </a:t>
            </a:r>
          </a:p>
          <a:p>
            <a:pPr marL="545465" indent="-457200" algn="just">
              <a:buFont typeface="Arial" panose="020B0604020202020204" pitchFamily="34" charset="0"/>
              <a:buChar char="•"/>
            </a:pPr>
            <a:r>
              <a:rPr lang="en-US" sz="1800" dirty="0"/>
              <a:t>Employs acceptance of any input image </a:t>
            </a:r>
          </a:p>
          <a:p>
            <a:pPr marL="545465" indent="-457200" algn="just">
              <a:buFont typeface="Arial" panose="020B0604020202020204" pitchFamily="34" charset="0"/>
              <a:buChar char="•"/>
            </a:pPr>
            <a:endParaRPr lang="en-US" sz="1800" dirty="0"/>
          </a:p>
          <a:p>
            <a:pPr marL="545465" indent="-457200" algn="just">
              <a:buFont typeface="Arial" panose="020B0604020202020204" pitchFamily="34" charset="0"/>
              <a:buChar char="•"/>
            </a:pPr>
            <a:r>
              <a:rPr lang="en-US" sz="1800" dirty="0">
                <a:solidFill>
                  <a:srgbClr val="C00000"/>
                </a:solidFill>
              </a:rPr>
              <a:t>Disadvantages – </a:t>
            </a:r>
          </a:p>
          <a:p>
            <a:pPr marL="1002665" lvl="1" indent="-457200" algn="just">
              <a:buFont typeface="Arial" panose="020B0604020202020204" pitchFamily="34" charset="0"/>
              <a:buChar char="•"/>
            </a:pPr>
            <a:r>
              <a:rPr lang="en-US" sz="1600" dirty="0"/>
              <a:t>Downsampling to upsampling process successfully eliminates interference from the complicated process.</a:t>
            </a:r>
          </a:p>
          <a:p>
            <a:pPr marL="1002665" lvl="1" indent="-457200" algn="just">
              <a:buFont typeface="Arial" panose="020B0604020202020204" pitchFamily="34" charset="0"/>
              <a:buChar char="•"/>
            </a:pPr>
            <a:r>
              <a:rPr lang="en-US" sz="1600" dirty="0"/>
              <a:t>Struggle to segment multiple outputs such as ships , fish , etc..</a:t>
            </a:r>
          </a:p>
        </p:txBody>
      </p:sp>
      <p:sp>
        <p:nvSpPr>
          <p:cNvPr id="2" name="TextBox 1">
            <a:extLst>
              <a:ext uri="{FF2B5EF4-FFF2-40B4-BE49-F238E27FC236}">
                <a16:creationId xmlns:a16="http://schemas.microsoft.com/office/drawing/2014/main" id="{D37DD886-460B-E1D8-D61A-427CB00D99D2}"/>
              </a:ext>
            </a:extLst>
          </p:cNvPr>
          <p:cNvSpPr txBox="1"/>
          <p:nvPr/>
        </p:nvSpPr>
        <p:spPr>
          <a:xfrm>
            <a:off x="584259" y="1276227"/>
            <a:ext cx="8138160" cy="553998"/>
          </a:xfrm>
          <a:prstGeom prst="rect">
            <a:avLst/>
          </a:prstGeom>
          <a:noFill/>
        </p:spPr>
        <p:txBody>
          <a:bodyPr wrap="square" rtlCol="0">
            <a:spAutoFit/>
          </a:bodyPr>
          <a:lstStyle/>
          <a:p>
            <a:pPr algn="just"/>
            <a:r>
              <a:rPr lang="en-US" sz="3000" dirty="0">
                <a:solidFill>
                  <a:srgbClr val="C00000"/>
                </a:solidFill>
                <a:latin typeface="Times New Roman" panose="02020603050405020304" pitchFamily="18" charset="0"/>
                <a:cs typeface="Times New Roman" panose="02020603050405020304" pitchFamily="18" charset="0"/>
              </a:rPr>
              <a:t>FULLY CONNECTED NETWORK</a:t>
            </a:r>
            <a:r>
              <a:rPr lang="en-US" sz="3000" dirty="0">
                <a:solidFill>
                  <a:srgbClr val="0070C0"/>
                </a:solidFill>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val="tx"/>
                    </a:ext>
                  </a:extLst>
                </a:hlinkClick>
              </a:rPr>
              <a:t>[2]</a:t>
            </a:r>
            <a:endParaRPr lang="en-GB" sz="3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0619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9A30EBE-3995-67F1-6627-0E76FE3E80C5}"/>
              </a:ext>
            </a:extLst>
          </p:cNvPr>
          <p:cNvSpPr>
            <a:spLocks noGrp="1"/>
          </p:cNvSpPr>
          <p:nvPr>
            <p:ph type="subTitle" idx="1"/>
          </p:nvPr>
        </p:nvSpPr>
        <p:spPr>
          <a:xfrm>
            <a:off x="1371600" y="5090160"/>
            <a:ext cx="6400800" cy="548640"/>
          </a:xfrm>
        </p:spPr>
        <p:txBody>
          <a:bodyPr>
            <a:normAutofit lnSpcReduction="10000"/>
          </a:bodyPr>
          <a:lstStyle/>
          <a:p>
            <a:r>
              <a:rPr lang="en-US" dirty="0">
                <a:latin typeface="Times New Roman" panose="02020603050405020304" pitchFamily="18" charset="0"/>
                <a:cs typeface="Times New Roman" panose="02020603050405020304" pitchFamily="18" charset="0"/>
              </a:rPr>
              <a:t>Figure 4. FCN Architecture</a:t>
            </a:r>
            <a:endParaRPr lang="en-GB" dirty="0">
              <a:latin typeface="Times New Roman" panose="02020603050405020304" pitchFamily="18" charset="0"/>
              <a:cs typeface="Times New Roman" panose="02020603050405020304" pitchFamily="18" charset="0"/>
            </a:endParaRPr>
          </a:p>
        </p:txBody>
      </p:sp>
      <p:pic>
        <p:nvPicPr>
          <p:cNvPr id="5" name="Picture 4" descr="A FCN Architecture">
            <a:extLst>
              <a:ext uri="{FF2B5EF4-FFF2-40B4-BE49-F238E27FC236}">
                <a16:creationId xmlns:a16="http://schemas.microsoft.com/office/drawing/2014/main" id="{0A0A9E47-8F5C-9B04-977D-FFD301C653D5}"/>
              </a:ext>
            </a:extLst>
          </p:cNvPr>
          <p:cNvPicPr>
            <a:picLocks noChangeAspect="1"/>
          </p:cNvPicPr>
          <p:nvPr/>
        </p:nvPicPr>
        <p:blipFill>
          <a:blip r:embed="rId2"/>
          <a:stretch>
            <a:fillRect/>
          </a:stretch>
        </p:blipFill>
        <p:spPr>
          <a:xfrm>
            <a:off x="312310" y="1460091"/>
            <a:ext cx="8519380" cy="2403202"/>
          </a:xfrm>
          <a:prstGeom prst="rect">
            <a:avLst/>
          </a:prstGeom>
        </p:spPr>
      </p:pic>
    </p:spTree>
    <p:extLst>
      <p:ext uri="{BB962C8B-B14F-4D97-AF65-F5344CB8AC3E}">
        <p14:creationId xmlns:p14="http://schemas.microsoft.com/office/powerpoint/2010/main" val="66582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E90DD-13B1-FE1B-669F-CE90689C4483}"/>
              </a:ext>
            </a:extLst>
          </p:cNvPr>
          <p:cNvSpPr>
            <a:spLocks noGrp="1"/>
          </p:cNvSpPr>
          <p:nvPr>
            <p:ph type="ctrTitle"/>
          </p:nvPr>
        </p:nvSpPr>
        <p:spPr>
          <a:xfrm>
            <a:off x="685800" y="1345381"/>
            <a:ext cx="7772400" cy="694267"/>
          </a:xfrm>
        </p:spPr>
        <p:txBody>
          <a:bodyPr>
            <a:normAutofit fontScale="90000"/>
          </a:bodyPr>
          <a:lstStyle/>
          <a:p>
            <a:pPr algn="ctr"/>
            <a:r>
              <a:rPr lang="en-US" dirty="0">
                <a:solidFill>
                  <a:srgbClr val="C00000"/>
                </a:solidFill>
                <a:latin typeface="Times New Roman" panose="02020603050405020304" pitchFamily="18" charset="0"/>
                <a:cs typeface="Times New Roman" panose="02020603050405020304" pitchFamily="18" charset="0"/>
              </a:rPr>
              <a:t>U-NET</a:t>
            </a:r>
            <a:endParaRPr lang="en-GB" dirty="0">
              <a:solidFill>
                <a:srgbClr val="C0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00D6D45-6DA1-28B7-11F7-C99BEDE00D87}"/>
              </a:ext>
            </a:extLst>
          </p:cNvPr>
          <p:cNvSpPr>
            <a:spLocks noGrp="1"/>
          </p:cNvSpPr>
          <p:nvPr>
            <p:ph type="subTitle" idx="1"/>
          </p:nvPr>
        </p:nvSpPr>
        <p:spPr>
          <a:xfrm>
            <a:off x="567813" y="2286000"/>
            <a:ext cx="7837047" cy="3870960"/>
          </a:xfrm>
        </p:spPr>
        <p:txBody>
          <a:bodyPr>
            <a:normAutofit/>
          </a:bodyPr>
          <a:lstStyle/>
          <a:p>
            <a:pPr marL="545465" indent="-457200" algn="just">
              <a:buFont typeface="Arial" panose="020B0604020202020204" pitchFamily="34" charset="0"/>
              <a:buChar char="•"/>
            </a:pPr>
            <a:r>
              <a:rPr lang="en-US" sz="2000" b="0" i="0" dirty="0">
                <a:solidFill>
                  <a:srgbClr val="222222"/>
                </a:solidFill>
                <a:effectLst/>
                <a:latin typeface="Times New Roman" panose="02020603050405020304" pitchFamily="18" charset="0"/>
                <a:cs typeface="Times New Roman" panose="02020603050405020304" pitchFamily="18" charset="0"/>
              </a:rPr>
              <a:t>U-Net is a typical network architecture for image segmentation based on a full convolutional network.</a:t>
            </a:r>
            <a:r>
              <a:rPr lang="en-US" sz="2000" b="0" i="0" dirty="0">
                <a:solidFill>
                  <a:srgbClr val="0070C0"/>
                </a:solidFill>
                <a:effectLst/>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val="tx"/>
                    </a:ext>
                  </a:extLst>
                </a:hlinkClick>
              </a:rPr>
              <a:t>[3]</a:t>
            </a:r>
            <a:endParaRPr lang="en-US" sz="2000" b="0" i="0" dirty="0">
              <a:solidFill>
                <a:srgbClr val="0070C0"/>
              </a:solidFill>
              <a:effectLst/>
              <a:latin typeface="Times New Roman" panose="02020603050405020304" pitchFamily="18" charset="0"/>
              <a:cs typeface="Times New Roman" panose="02020603050405020304" pitchFamily="18" charset="0"/>
            </a:endParaRPr>
          </a:p>
          <a:p>
            <a:pPr marL="545465" indent="-457200" algn="just">
              <a:buFont typeface="Arial" panose="020B0604020202020204" pitchFamily="34" charset="0"/>
              <a:buChar char="•"/>
            </a:pPr>
            <a:r>
              <a:rPr lang="en-US" sz="2000" b="0" i="0" dirty="0">
                <a:solidFill>
                  <a:srgbClr val="222222"/>
                </a:solidFill>
                <a:effectLst/>
                <a:latin typeface="Times New Roman" panose="02020603050405020304" pitchFamily="18" charset="0"/>
                <a:cs typeface="Times New Roman" panose="02020603050405020304" pitchFamily="18" charset="0"/>
              </a:rPr>
              <a:t>The most significant feature of U-Net is its symmetric encoder–decoder structure and the skip connection channels between these symmetric convolutional layers on both sides. </a:t>
            </a:r>
          </a:p>
          <a:p>
            <a:pPr marL="545465" indent="-457200" algn="just">
              <a:buFont typeface="Arial" panose="020B0604020202020204" pitchFamily="34" charset="0"/>
              <a:buChar char="•"/>
            </a:pPr>
            <a:r>
              <a:rPr lang="en-US" sz="2000" b="0" i="0" dirty="0">
                <a:solidFill>
                  <a:srgbClr val="222222"/>
                </a:solidFill>
                <a:effectLst/>
                <a:latin typeface="Times New Roman" panose="02020603050405020304" pitchFamily="18" charset="0"/>
                <a:cs typeface="Times New Roman" panose="02020603050405020304" pitchFamily="18" charset="0"/>
              </a:rPr>
              <a:t>These skip connection channels enable the entire network to memorize feature maps at different scales and be more accurate in image segmentation tasks.</a:t>
            </a:r>
          </a:p>
          <a:p>
            <a:pPr marL="545465" indent="-4572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It uses the bottleneck layer to increase the no. of filters for decoder input.</a:t>
            </a:r>
          </a:p>
        </p:txBody>
      </p:sp>
    </p:spTree>
    <p:extLst>
      <p:ext uri="{BB962C8B-B14F-4D97-AF65-F5344CB8AC3E}">
        <p14:creationId xmlns:p14="http://schemas.microsoft.com/office/powerpoint/2010/main" val="1585122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6E41DF1-67D9-B6D8-EBC8-02EE48ADC572}"/>
              </a:ext>
            </a:extLst>
          </p:cNvPr>
          <p:cNvSpPr>
            <a:spLocks noGrp="1"/>
          </p:cNvSpPr>
          <p:nvPr>
            <p:ph type="subTitle" idx="1"/>
          </p:nvPr>
        </p:nvSpPr>
        <p:spPr>
          <a:xfrm>
            <a:off x="1371600" y="5799666"/>
            <a:ext cx="6400800" cy="550333"/>
          </a:xfrm>
        </p:spPr>
        <p:txBody>
          <a:bodyPr>
            <a:normAutofit lnSpcReduction="10000"/>
          </a:bodyPr>
          <a:lstStyle/>
          <a:p>
            <a:r>
              <a:rPr lang="en-US" dirty="0">
                <a:latin typeface="Times New Roman" panose="02020603050405020304" pitchFamily="18" charset="0"/>
                <a:cs typeface="Times New Roman" panose="02020603050405020304" pitchFamily="18" charset="0"/>
              </a:rPr>
              <a:t>Figure 5. </a:t>
            </a:r>
            <a:r>
              <a:rPr lang="en-US" dirty="0" err="1">
                <a:latin typeface="Times New Roman" panose="02020603050405020304" pitchFamily="18" charset="0"/>
                <a:cs typeface="Times New Roman" panose="02020603050405020304" pitchFamily="18" charset="0"/>
              </a:rPr>
              <a:t>Unet</a:t>
            </a:r>
            <a:r>
              <a:rPr lang="en-US" dirty="0">
                <a:latin typeface="Times New Roman" panose="02020603050405020304" pitchFamily="18" charset="0"/>
                <a:cs typeface="Times New Roman" panose="02020603050405020304" pitchFamily="18" charset="0"/>
              </a:rPr>
              <a:t> Architecture </a:t>
            </a:r>
            <a:endParaRPr lang="en-GB" dirty="0">
              <a:latin typeface="Times New Roman" panose="02020603050405020304" pitchFamily="18" charset="0"/>
              <a:cs typeface="Times New Roman" panose="02020603050405020304" pitchFamily="18" charset="0"/>
            </a:endParaRPr>
          </a:p>
        </p:txBody>
      </p:sp>
      <p:pic>
        <p:nvPicPr>
          <p:cNvPr id="4" name="Picture 3" descr="U-Net">
            <a:extLst>
              <a:ext uri="{FF2B5EF4-FFF2-40B4-BE49-F238E27FC236}">
                <a16:creationId xmlns:a16="http://schemas.microsoft.com/office/drawing/2014/main" id="{6583AB6C-BC61-B1B9-BA6F-7D548F78294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78467" y="1234895"/>
            <a:ext cx="6157383" cy="4101964"/>
          </a:xfrm>
          <a:prstGeom prst="rect">
            <a:avLst/>
          </a:prstGeom>
          <a:noFill/>
          <a:ln>
            <a:noFill/>
          </a:ln>
        </p:spPr>
      </p:pic>
    </p:spTree>
    <p:extLst>
      <p:ext uri="{BB962C8B-B14F-4D97-AF65-F5344CB8AC3E}">
        <p14:creationId xmlns:p14="http://schemas.microsoft.com/office/powerpoint/2010/main" val="2718923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110A7-D48D-8F4A-EB3C-DDD30BD77868}"/>
              </a:ext>
            </a:extLst>
          </p:cNvPr>
          <p:cNvSpPr>
            <a:spLocks noGrp="1"/>
          </p:cNvSpPr>
          <p:nvPr>
            <p:ph type="ctrTitle"/>
          </p:nvPr>
        </p:nvSpPr>
        <p:spPr>
          <a:xfrm>
            <a:off x="541866" y="1272540"/>
            <a:ext cx="8060268" cy="793327"/>
          </a:xfrm>
        </p:spPr>
        <p:txBody>
          <a:bodyPr>
            <a:normAutofit/>
          </a:bodyPr>
          <a:lstStyle/>
          <a:p>
            <a:pPr algn="ctr"/>
            <a:r>
              <a:rPr lang="en-US" b="1" i="0" dirty="0" err="1">
                <a:solidFill>
                  <a:srgbClr val="C00000"/>
                </a:solidFill>
                <a:effectLst/>
                <a:latin typeface="Times New Roman" panose="02020603050405020304" pitchFamily="18" charset="0"/>
                <a:cs typeface="Times New Roman" panose="02020603050405020304" pitchFamily="18" charset="0"/>
              </a:rPr>
              <a:t>DeepLab</a:t>
            </a:r>
            <a:r>
              <a:rPr lang="en-US" b="1" i="0" dirty="0">
                <a:solidFill>
                  <a:srgbClr val="C00000"/>
                </a:solidFill>
                <a:effectLst/>
                <a:latin typeface="Times New Roman" panose="02020603050405020304" pitchFamily="18" charset="0"/>
                <a:cs typeface="Times New Roman" panose="02020603050405020304" pitchFamily="18" charset="0"/>
              </a:rPr>
              <a:t> </a:t>
            </a:r>
            <a:r>
              <a:rPr lang="en-US" b="1" dirty="0">
                <a:solidFill>
                  <a:srgbClr val="C00000"/>
                </a:solidFill>
                <a:latin typeface="Times New Roman" panose="02020603050405020304" pitchFamily="18" charset="0"/>
                <a:cs typeface="Times New Roman" panose="02020603050405020304" pitchFamily="18" charset="0"/>
              </a:rPr>
              <a:t>V</a:t>
            </a:r>
            <a:r>
              <a:rPr lang="en-US" b="1" i="0" dirty="0">
                <a:solidFill>
                  <a:srgbClr val="C00000"/>
                </a:solidFill>
                <a:effectLst/>
                <a:latin typeface="Times New Roman" panose="02020603050405020304" pitchFamily="18" charset="0"/>
                <a:cs typeface="Times New Roman" panose="02020603050405020304" pitchFamily="18" charset="0"/>
              </a:rPr>
              <a:t>3+</a:t>
            </a:r>
            <a:endParaRPr lang="en-GB" dirty="0">
              <a:solidFill>
                <a:srgbClr val="C0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656E5B2-9E36-F799-321A-8EF5C5AC21F7}"/>
              </a:ext>
            </a:extLst>
          </p:cNvPr>
          <p:cNvSpPr>
            <a:spLocks noGrp="1"/>
          </p:cNvSpPr>
          <p:nvPr>
            <p:ph type="subTitle" idx="1"/>
          </p:nvPr>
        </p:nvSpPr>
        <p:spPr>
          <a:xfrm>
            <a:off x="541866" y="2232660"/>
            <a:ext cx="8060268" cy="3703320"/>
          </a:xfrm>
        </p:spPr>
        <p:txBody>
          <a:bodyPr>
            <a:normAutofit fontScale="77500" lnSpcReduction="20000"/>
          </a:bodyPr>
          <a:lstStyle/>
          <a:p>
            <a:pPr marL="545465" indent="-457200" algn="just">
              <a:buFont typeface="Arial" panose="020B0604020202020204" pitchFamily="34" charset="0"/>
              <a:buChar char="•"/>
            </a:pPr>
            <a:r>
              <a:rPr lang="en-US" b="0" i="0" dirty="0">
                <a:solidFill>
                  <a:srgbClr val="333333"/>
                </a:solidFill>
                <a:effectLst/>
                <a:latin typeface="Georgia" panose="02040502050405020303" pitchFamily="18" charset="0"/>
              </a:rPr>
              <a:t>As the most deep learning segmentation architectures, DeepLabv3+ is an encoder-decoder network; moreover, it is fully convolutional and, currently, one of the top ranked architectures in the PASCAL VOC segmentation challenge.</a:t>
            </a:r>
            <a:r>
              <a:rPr lang="en-US" b="0" i="0" dirty="0">
                <a:solidFill>
                  <a:srgbClr val="0070C0"/>
                </a:solidFill>
                <a:effectLst/>
                <a:latin typeface="Georgia" panose="02040502050405020303" pitchFamily="18" charset="0"/>
                <a:hlinkClick r:id="rId2" action="ppaction://hlinksldjump">
                  <a:extLst>
                    <a:ext uri="{A12FA001-AC4F-418D-AE19-62706E023703}">
                      <ahyp:hlinkClr xmlns:ahyp="http://schemas.microsoft.com/office/drawing/2018/hyperlinkcolor" val="tx"/>
                    </a:ext>
                  </a:extLst>
                </a:hlinkClick>
              </a:rPr>
              <a:t>[4]</a:t>
            </a:r>
            <a:endParaRPr lang="en-US" b="0" i="0" dirty="0">
              <a:solidFill>
                <a:srgbClr val="0070C0"/>
              </a:solidFill>
              <a:effectLst/>
              <a:latin typeface="Georgia" panose="02040502050405020303" pitchFamily="18" charset="0"/>
            </a:endParaRPr>
          </a:p>
          <a:p>
            <a:pPr marL="545465" indent="-457200" algn="just">
              <a:buFont typeface="Arial" panose="020B0604020202020204" pitchFamily="34" charset="0"/>
              <a:buChar char="•"/>
            </a:pPr>
            <a:r>
              <a:rPr lang="en-US" b="0" i="0" dirty="0">
                <a:solidFill>
                  <a:srgbClr val="333333"/>
                </a:solidFill>
                <a:effectLst/>
                <a:latin typeface="Georgia" panose="02040502050405020303" pitchFamily="18" charset="0"/>
              </a:rPr>
              <a:t>The main idea behind the architecture is to preserve spatial information by reducing the number of strided pooling operations. Furthermore, </a:t>
            </a:r>
            <a:r>
              <a:rPr lang="en-US" b="0" i="0" dirty="0" err="1">
                <a:solidFill>
                  <a:srgbClr val="333333"/>
                </a:solidFill>
                <a:effectLst/>
                <a:latin typeface="Georgia" panose="02040502050405020303" pitchFamily="18" charset="0"/>
              </a:rPr>
              <a:t>atrous</a:t>
            </a:r>
            <a:r>
              <a:rPr lang="en-US" b="0" i="0" dirty="0">
                <a:solidFill>
                  <a:srgbClr val="333333"/>
                </a:solidFill>
                <a:effectLst/>
                <a:latin typeface="Georgia" panose="02040502050405020303" pitchFamily="18" charset="0"/>
              </a:rPr>
              <a:t> convolutions compensate the reduction in the receptive field. </a:t>
            </a:r>
          </a:p>
          <a:p>
            <a:pPr marL="545465" indent="-457200" algn="just">
              <a:buFont typeface="Arial" panose="020B0604020202020204" pitchFamily="34" charset="0"/>
              <a:buChar char="•"/>
            </a:pPr>
            <a:r>
              <a:rPr lang="en-US" b="0" i="0" dirty="0">
                <a:solidFill>
                  <a:srgbClr val="333333"/>
                </a:solidFill>
                <a:effectLst/>
                <a:latin typeface="Georgia" panose="02040502050405020303" pitchFamily="18" charset="0"/>
              </a:rPr>
              <a:t>Another adopted technique is the detection of objects at multiple scales by parallel </a:t>
            </a:r>
            <a:r>
              <a:rPr lang="en-US" b="0" i="0" dirty="0" err="1">
                <a:solidFill>
                  <a:srgbClr val="333333"/>
                </a:solidFill>
                <a:effectLst/>
                <a:latin typeface="Georgia" panose="02040502050405020303" pitchFamily="18" charset="0"/>
              </a:rPr>
              <a:t>atrous</a:t>
            </a:r>
            <a:r>
              <a:rPr lang="en-US" b="0" i="0" dirty="0">
                <a:solidFill>
                  <a:srgbClr val="333333"/>
                </a:solidFill>
                <a:effectLst/>
                <a:latin typeface="Georgia" panose="02040502050405020303" pitchFamily="18" charset="0"/>
              </a:rPr>
              <a:t> convolutions at different sampling rates. </a:t>
            </a:r>
          </a:p>
          <a:p>
            <a:pPr marL="545465" indent="-457200" algn="just">
              <a:buFont typeface="Arial" panose="020B0604020202020204" pitchFamily="34" charset="0"/>
              <a:buChar char="•"/>
            </a:pPr>
            <a:r>
              <a:rPr lang="en-US" b="0" i="0" dirty="0">
                <a:solidFill>
                  <a:srgbClr val="333333"/>
                </a:solidFill>
                <a:effectLst/>
                <a:latin typeface="Georgia" panose="02040502050405020303" pitchFamily="18" charset="0"/>
              </a:rPr>
              <a:t>We choose the DeepLab architecture because it is the state-of-the-art in semantic segmentation.</a:t>
            </a:r>
          </a:p>
          <a:p>
            <a:endParaRPr lang="en-GB" dirty="0"/>
          </a:p>
        </p:txBody>
      </p:sp>
    </p:spTree>
    <p:extLst>
      <p:ext uri="{BB962C8B-B14F-4D97-AF65-F5344CB8AC3E}">
        <p14:creationId xmlns:p14="http://schemas.microsoft.com/office/powerpoint/2010/main" val="606264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omputer&#10;&#10;AI-generated content may be incorrect.">
            <a:extLst>
              <a:ext uri="{FF2B5EF4-FFF2-40B4-BE49-F238E27FC236}">
                <a16:creationId xmlns:a16="http://schemas.microsoft.com/office/drawing/2014/main" id="{716F67A7-98E7-D37A-D2A0-8B94C740669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839" y="1196339"/>
            <a:ext cx="8185785" cy="4741233"/>
          </a:xfrm>
          <a:prstGeom prst="rect">
            <a:avLst/>
          </a:prstGeom>
          <a:noFill/>
          <a:ln>
            <a:noFill/>
          </a:ln>
        </p:spPr>
      </p:pic>
      <p:sp>
        <p:nvSpPr>
          <p:cNvPr id="5" name="TextBox 4">
            <a:extLst>
              <a:ext uri="{FF2B5EF4-FFF2-40B4-BE49-F238E27FC236}">
                <a16:creationId xmlns:a16="http://schemas.microsoft.com/office/drawing/2014/main" id="{A001CFFD-2FF1-A0D3-EA91-2E449C1223F0}"/>
              </a:ext>
            </a:extLst>
          </p:cNvPr>
          <p:cNvSpPr txBox="1"/>
          <p:nvPr/>
        </p:nvSpPr>
        <p:spPr>
          <a:xfrm>
            <a:off x="3010205" y="6107846"/>
            <a:ext cx="3123590" cy="307777"/>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Figure 6. DeeplabV3 Architecture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1839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66D62-7F70-FBFC-3287-EB53027E551C}"/>
              </a:ext>
            </a:extLst>
          </p:cNvPr>
          <p:cNvSpPr>
            <a:spLocks noGrp="1"/>
          </p:cNvSpPr>
          <p:nvPr>
            <p:ph type="ctrTitle"/>
          </p:nvPr>
        </p:nvSpPr>
        <p:spPr>
          <a:xfrm>
            <a:off x="685800" y="1428750"/>
            <a:ext cx="7772400" cy="657225"/>
          </a:xfrm>
        </p:spPr>
        <p:txBody>
          <a:bodyPr>
            <a:normAutofit fontScale="90000"/>
          </a:bodyPr>
          <a:lstStyle/>
          <a:p>
            <a:r>
              <a:rPr lang="en-US" dirty="0"/>
              <a:t>Dilation rate in Atrous Convolution</a:t>
            </a:r>
            <a:endParaRPr lang="en-GB" dirty="0"/>
          </a:p>
        </p:txBody>
      </p:sp>
      <p:sp>
        <p:nvSpPr>
          <p:cNvPr id="3" name="Subtitle 2">
            <a:extLst>
              <a:ext uri="{FF2B5EF4-FFF2-40B4-BE49-F238E27FC236}">
                <a16:creationId xmlns:a16="http://schemas.microsoft.com/office/drawing/2014/main" id="{A82357BA-D6CF-B28A-D548-05DD43AE2BC3}"/>
              </a:ext>
            </a:extLst>
          </p:cNvPr>
          <p:cNvSpPr>
            <a:spLocks noGrp="1"/>
          </p:cNvSpPr>
          <p:nvPr>
            <p:ph type="subTitle" idx="1"/>
          </p:nvPr>
        </p:nvSpPr>
        <p:spPr>
          <a:xfrm>
            <a:off x="5154561" y="2466975"/>
            <a:ext cx="3723968" cy="2888226"/>
          </a:xfrm>
        </p:spPr>
        <p:txBody>
          <a:bodyPr/>
          <a:lstStyle/>
          <a:p>
            <a:pPr algn="l">
              <a:buFont typeface="Arial" panose="020B0604020202020204" pitchFamily="34" charset="0"/>
              <a:buChar char="•"/>
            </a:pPr>
            <a:r>
              <a:rPr lang="en-US" sz="1400" dirty="0"/>
              <a:t>For  rate = 1 (standard convolution) = 3*3 kernel covers 3*3 area</a:t>
            </a:r>
          </a:p>
          <a:p>
            <a:pPr algn="l">
              <a:buFont typeface="Arial" panose="020B0604020202020204" pitchFamily="34" charset="0"/>
              <a:buChar char="•"/>
            </a:pPr>
            <a:r>
              <a:rPr lang="en-US" sz="1400" dirty="0"/>
              <a:t>For rate = 2 , 3*3 kernel covers a 5*5 area .</a:t>
            </a:r>
          </a:p>
          <a:p>
            <a:pPr algn="l">
              <a:buFont typeface="Arial" panose="020B0604020202020204" pitchFamily="34" charset="0"/>
              <a:buChar char="•"/>
            </a:pPr>
            <a:r>
              <a:rPr lang="en-US" sz="1400" dirty="0"/>
              <a:t>For rate =3 , 3*3 kernel covers a 7*7 area </a:t>
            </a:r>
          </a:p>
          <a:p>
            <a:pPr marL="88265" indent="0" algn="l"/>
            <a:endParaRPr lang="en-US" sz="1400" dirty="0"/>
          </a:p>
          <a:p>
            <a:pPr marL="88265" indent="0" algn="l"/>
            <a:r>
              <a:rPr lang="en-US" sz="1400" b="1" dirty="0"/>
              <a:t>Effective_resultant_kernel_size = (</a:t>
            </a:r>
            <a:r>
              <a:rPr lang="en-US" sz="1400" b="1" dirty="0" err="1"/>
              <a:t>kernel_size</a:t>
            </a:r>
            <a:r>
              <a:rPr lang="en-US" sz="1400" b="1" dirty="0"/>
              <a:t> -1)*rate +1 </a:t>
            </a:r>
          </a:p>
          <a:p>
            <a:pPr marL="88265" indent="0" algn="l"/>
            <a:endParaRPr lang="en-US" sz="1400" dirty="0"/>
          </a:p>
          <a:p>
            <a:endParaRPr lang="en-GB" dirty="0"/>
          </a:p>
        </p:txBody>
      </p:sp>
      <p:pic>
        <p:nvPicPr>
          <p:cNvPr id="1026" name="Picture 2" descr="DeepLab V3+: Encoder-Decoder with Atrous Separable Convolution for ...">
            <a:extLst>
              <a:ext uri="{FF2B5EF4-FFF2-40B4-BE49-F238E27FC236}">
                <a16:creationId xmlns:a16="http://schemas.microsoft.com/office/drawing/2014/main" id="{DDCBAB74-C021-559A-8179-74AB05A210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826" y="2466975"/>
            <a:ext cx="4203290" cy="26654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38C010F-83E8-FF15-6AAA-A70360D39AF4}"/>
              </a:ext>
            </a:extLst>
          </p:cNvPr>
          <p:cNvSpPr txBox="1"/>
          <p:nvPr/>
        </p:nvSpPr>
        <p:spPr>
          <a:xfrm>
            <a:off x="1568669" y="5201312"/>
            <a:ext cx="1965603" cy="307777"/>
          </a:xfrm>
          <a:prstGeom prst="rect">
            <a:avLst/>
          </a:prstGeom>
          <a:noFill/>
        </p:spPr>
        <p:txBody>
          <a:bodyPr wrap="none" rtlCol="0">
            <a:spAutoFit/>
          </a:bodyPr>
          <a:lstStyle/>
          <a:p>
            <a:r>
              <a:rPr lang="en-US" dirty="0"/>
              <a:t>Figure 7. Dilation Rate</a:t>
            </a:r>
            <a:endParaRPr lang="en-GB" dirty="0"/>
          </a:p>
        </p:txBody>
      </p:sp>
    </p:spTree>
    <p:extLst>
      <p:ext uri="{BB962C8B-B14F-4D97-AF65-F5344CB8AC3E}">
        <p14:creationId xmlns:p14="http://schemas.microsoft.com/office/powerpoint/2010/main" val="2770071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trous Convolution. 一般用於Classification的網路，在average… | by huahua lu | 碼農 ...">
            <a:extLst>
              <a:ext uri="{FF2B5EF4-FFF2-40B4-BE49-F238E27FC236}">
                <a16:creationId xmlns:a16="http://schemas.microsoft.com/office/drawing/2014/main" id="{0F45D7BB-C7A9-E262-19F1-C4A256681E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887" y="1208862"/>
            <a:ext cx="8222226" cy="413538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DEF07CE-5AC9-862D-B632-314D518240B3}"/>
              </a:ext>
            </a:extLst>
          </p:cNvPr>
          <p:cNvSpPr txBox="1"/>
          <p:nvPr/>
        </p:nvSpPr>
        <p:spPr>
          <a:xfrm>
            <a:off x="2459736" y="5495249"/>
            <a:ext cx="4224528"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8.</a:t>
            </a:r>
            <a:r>
              <a:rPr lang="en-GB" b="0" i="0" dirty="0">
                <a:effectLst/>
                <a:latin typeface="Times New Roman" panose="02020603050405020304" pitchFamily="18" charset="0"/>
                <a:cs typeface="Times New Roman" panose="02020603050405020304" pitchFamily="18" charset="0"/>
              </a:rPr>
              <a:t> Concatenation </a:t>
            </a:r>
            <a:r>
              <a:rPr lang="en-US" dirty="0">
                <a:latin typeface="Times New Roman" panose="02020603050405020304" pitchFamily="18" charset="0"/>
                <a:cs typeface="Times New Roman" panose="02020603050405020304" pitchFamily="18" charset="0"/>
              </a:rPr>
              <a:t>of </a:t>
            </a:r>
            <a:r>
              <a:rPr lang="en-US" dirty="0" err="1">
                <a:latin typeface="Times New Roman" panose="02020603050405020304" pitchFamily="18" charset="0"/>
                <a:cs typeface="Times New Roman" panose="02020603050405020304" pitchFamily="18" charset="0"/>
              </a:rPr>
              <a:t>Atrous</a:t>
            </a:r>
            <a:r>
              <a:rPr lang="en-US" dirty="0">
                <a:latin typeface="Times New Roman" panose="02020603050405020304" pitchFamily="18" charset="0"/>
                <a:cs typeface="Times New Roman" panose="02020603050405020304" pitchFamily="18" charset="0"/>
              </a:rPr>
              <a:t> Convolution</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6560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02134-FF9F-ADB9-E189-49ADD7B364D6}"/>
              </a:ext>
            </a:extLst>
          </p:cNvPr>
          <p:cNvSpPr>
            <a:spLocks noGrp="1"/>
          </p:cNvSpPr>
          <p:nvPr>
            <p:ph type="ctrTitle"/>
          </p:nvPr>
        </p:nvSpPr>
        <p:spPr>
          <a:xfrm>
            <a:off x="685800" y="1380744"/>
            <a:ext cx="7772400" cy="859536"/>
          </a:xfrm>
        </p:spPr>
        <p:txBody>
          <a:bodyPr>
            <a:normAutofit/>
          </a:bodyPr>
          <a:lstStyle/>
          <a:p>
            <a:pPr algn="just"/>
            <a:r>
              <a:rPr lang="en-US" dirty="0">
                <a:solidFill>
                  <a:srgbClr val="C00000"/>
                </a:solidFill>
              </a:rPr>
              <a:t>RESULTS -</a:t>
            </a:r>
            <a:endParaRPr lang="en-GB" dirty="0">
              <a:solidFill>
                <a:srgbClr val="C00000"/>
              </a:solidFill>
            </a:endParaRPr>
          </a:p>
        </p:txBody>
      </p:sp>
      <p:graphicFrame>
        <p:nvGraphicFramePr>
          <p:cNvPr id="4" name="Table 3">
            <a:extLst>
              <a:ext uri="{FF2B5EF4-FFF2-40B4-BE49-F238E27FC236}">
                <a16:creationId xmlns:a16="http://schemas.microsoft.com/office/drawing/2014/main" id="{B458F3C3-7100-1B2D-079B-4B4E57A0A071}"/>
              </a:ext>
            </a:extLst>
          </p:cNvPr>
          <p:cNvGraphicFramePr>
            <a:graphicFrameLocks noGrp="1"/>
          </p:cNvGraphicFramePr>
          <p:nvPr>
            <p:extLst>
              <p:ext uri="{D42A27DB-BD31-4B8C-83A1-F6EECF244321}">
                <p14:modId xmlns:p14="http://schemas.microsoft.com/office/powerpoint/2010/main" val="1952772230"/>
              </p:ext>
            </p:extLst>
          </p:nvPr>
        </p:nvGraphicFramePr>
        <p:xfrm>
          <a:off x="749808" y="2240280"/>
          <a:ext cx="6934200" cy="2209801"/>
        </p:xfrm>
        <a:graphic>
          <a:graphicData uri="http://schemas.openxmlformats.org/drawingml/2006/table">
            <a:tbl>
              <a:tblPr firstRow="1" bandRow="1">
                <a:tableStyleId>{5C22544A-7EE6-4342-B048-85BDC9FD1C3A}</a:tableStyleId>
              </a:tblPr>
              <a:tblGrid>
                <a:gridCol w="1733550">
                  <a:extLst>
                    <a:ext uri="{9D8B030D-6E8A-4147-A177-3AD203B41FA5}">
                      <a16:colId xmlns:a16="http://schemas.microsoft.com/office/drawing/2014/main" val="3164696024"/>
                    </a:ext>
                  </a:extLst>
                </a:gridCol>
                <a:gridCol w="1733550">
                  <a:extLst>
                    <a:ext uri="{9D8B030D-6E8A-4147-A177-3AD203B41FA5}">
                      <a16:colId xmlns:a16="http://schemas.microsoft.com/office/drawing/2014/main" val="2415625035"/>
                    </a:ext>
                  </a:extLst>
                </a:gridCol>
                <a:gridCol w="1733550">
                  <a:extLst>
                    <a:ext uri="{9D8B030D-6E8A-4147-A177-3AD203B41FA5}">
                      <a16:colId xmlns:a16="http://schemas.microsoft.com/office/drawing/2014/main" val="452868664"/>
                    </a:ext>
                  </a:extLst>
                </a:gridCol>
                <a:gridCol w="1733550">
                  <a:extLst>
                    <a:ext uri="{9D8B030D-6E8A-4147-A177-3AD203B41FA5}">
                      <a16:colId xmlns:a16="http://schemas.microsoft.com/office/drawing/2014/main" val="659045659"/>
                    </a:ext>
                  </a:extLst>
                </a:gridCol>
              </a:tblGrid>
              <a:tr h="795060">
                <a:tc>
                  <a:txBody>
                    <a:bodyPr/>
                    <a:lstStyle/>
                    <a:p>
                      <a:r>
                        <a:rPr lang="en-US" dirty="0"/>
                        <a:t>MODEL</a:t>
                      </a:r>
                      <a:endParaRPr lang="en-GB" dirty="0"/>
                    </a:p>
                  </a:txBody>
                  <a:tcPr/>
                </a:tc>
                <a:tc>
                  <a:txBody>
                    <a:bodyPr/>
                    <a:lstStyle/>
                    <a:p>
                      <a:r>
                        <a:rPr lang="en-US" dirty="0"/>
                        <a:t>TESTING ACCURACY</a:t>
                      </a:r>
                      <a:endParaRPr lang="en-GB" dirty="0"/>
                    </a:p>
                  </a:txBody>
                  <a:tcPr/>
                </a:tc>
                <a:tc>
                  <a:txBody>
                    <a:bodyPr/>
                    <a:lstStyle/>
                    <a:p>
                      <a:r>
                        <a:rPr lang="en-US" dirty="0"/>
                        <a:t>TESTING LOSS</a:t>
                      </a:r>
                      <a:endParaRPr lang="en-GB" dirty="0"/>
                    </a:p>
                  </a:txBody>
                  <a:tcPr/>
                </a:tc>
                <a:tc>
                  <a:txBody>
                    <a:bodyPr/>
                    <a:lstStyle/>
                    <a:p>
                      <a:r>
                        <a:rPr lang="en-US" dirty="0"/>
                        <a:t>EPOCHS</a:t>
                      </a:r>
                      <a:endParaRPr lang="en-GB" dirty="0"/>
                    </a:p>
                  </a:txBody>
                  <a:tcPr/>
                </a:tc>
                <a:extLst>
                  <a:ext uri="{0D108BD9-81ED-4DB2-BD59-A6C34878D82A}">
                    <a16:rowId xmlns:a16="http://schemas.microsoft.com/office/drawing/2014/main" val="787285516"/>
                  </a:ext>
                </a:extLst>
              </a:tr>
              <a:tr h="467683">
                <a:tc>
                  <a:txBody>
                    <a:bodyPr/>
                    <a:lstStyle/>
                    <a:p>
                      <a:r>
                        <a:rPr lang="en-US" dirty="0"/>
                        <a:t>FCN</a:t>
                      </a:r>
                    </a:p>
                  </a:txBody>
                  <a:tcPr/>
                </a:tc>
                <a:tc>
                  <a:txBody>
                    <a:bodyPr/>
                    <a:lstStyle/>
                    <a:p>
                      <a:r>
                        <a:rPr lang="en-US" dirty="0"/>
                        <a:t>80%</a:t>
                      </a:r>
                      <a:endParaRPr lang="en-GB" dirty="0"/>
                    </a:p>
                  </a:txBody>
                  <a:tcPr/>
                </a:tc>
                <a:tc>
                  <a:txBody>
                    <a:bodyPr/>
                    <a:lstStyle/>
                    <a:p>
                      <a:r>
                        <a:rPr lang="en-US" dirty="0"/>
                        <a:t>0.55</a:t>
                      </a:r>
                      <a:endParaRPr lang="en-GB" dirty="0"/>
                    </a:p>
                  </a:txBody>
                  <a:tcPr/>
                </a:tc>
                <a:tc>
                  <a:txBody>
                    <a:bodyPr/>
                    <a:lstStyle/>
                    <a:p>
                      <a:r>
                        <a:rPr lang="en-US" dirty="0"/>
                        <a:t>75</a:t>
                      </a:r>
                      <a:endParaRPr lang="en-GB" dirty="0"/>
                    </a:p>
                  </a:txBody>
                  <a:tcPr/>
                </a:tc>
                <a:extLst>
                  <a:ext uri="{0D108BD9-81ED-4DB2-BD59-A6C34878D82A}">
                    <a16:rowId xmlns:a16="http://schemas.microsoft.com/office/drawing/2014/main" val="2796587130"/>
                  </a:ext>
                </a:extLst>
              </a:tr>
              <a:tr h="479375">
                <a:tc>
                  <a:txBody>
                    <a:bodyPr/>
                    <a:lstStyle/>
                    <a:p>
                      <a:r>
                        <a:rPr lang="en-US" dirty="0"/>
                        <a:t>UNET</a:t>
                      </a:r>
                      <a:endParaRPr lang="en-GB" dirty="0"/>
                    </a:p>
                  </a:txBody>
                  <a:tcPr/>
                </a:tc>
                <a:tc>
                  <a:txBody>
                    <a:bodyPr/>
                    <a:lstStyle/>
                    <a:p>
                      <a:r>
                        <a:rPr lang="en-US" dirty="0"/>
                        <a:t>78%</a:t>
                      </a:r>
                      <a:endParaRPr lang="en-GB" dirty="0"/>
                    </a:p>
                  </a:txBody>
                  <a:tcPr/>
                </a:tc>
                <a:tc>
                  <a:txBody>
                    <a:bodyPr/>
                    <a:lstStyle/>
                    <a:p>
                      <a:r>
                        <a:rPr lang="en-US" dirty="0"/>
                        <a:t>0.6</a:t>
                      </a:r>
                      <a:endParaRPr lang="en-GB" dirty="0"/>
                    </a:p>
                  </a:txBody>
                  <a:tcPr/>
                </a:tc>
                <a:tc>
                  <a:txBody>
                    <a:bodyPr/>
                    <a:lstStyle/>
                    <a:p>
                      <a:r>
                        <a:rPr lang="en-US" dirty="0"/>
                        <a:t>100</a:t>
                      </a:r>
                      <a:endParaRPr lang="en-GB" dirty="0"/>
                    </a:p>
                  </a:txBody>
                  <a:tcPr/>
                </a:tc>
                <a:extLst>
                  <a:ext uri="{0D108BD9-81ED-4DB2-BD59-A6C34878D82A}">
                    <a16:rowId xmlns:a16="http://schemas.microsoft.com/office/drawing/2014/main" val="1258084621"/>
                  </a:ext>
                </a:extLst>
              </a:tr>
              <a:tr h="467683">
                <a:tc>
                  <a:txBody>
                    <a:bodyPr/>
                    <a:lstStyle/>
                    <a:p>
                      <a:r>
                        <a:rPr lang="en-US" dirty="0"/>
                        <a:t>DeepLab-V3</a:t>
                      </a:r>
                      <a:endParaRPr lang="en-GB" dirty="0"/>
                    </a:p>
                  </a:txBody>
                  <a:tcPr/>
                </a:tc>
                <a:tc>
                  <a:txBody>
                    <a:bodyPr/>
                    <a:lstStyle/>
                    <a:p>
                      <a:r>
                        <a:rPr lang="en-US" b="1" dirty="0"/>
                        <a:t>90.2%</a:t>
                      </a:r>
                      <a:endParaRPr lang="en-GB" b="1" dirty="0"/>
                    </a:p>
                  </a:txBody>
                  <a:tcPr/>
                </a:tc>
                <a:tc>
                  <a:txBody>
                    <a:bodyPr/>
                    <a:lstStyle/>
                    <a:p>
                      <a:r>
                        <a:rPr lang="en-US" b="1" dirty="0"/>
                        <a:t>0.45</a:t>
                      </a:r>
                      <a:endParaRPr lang="en-GB" b="1" dirty="0"/>
                    </a:p>
                  </a:txBody>
                  <a:tcPr/>
                </a:tc>
                <a:tc>
                  <a:txBody>
                    <a:bodyPr/>
                    <a:lstStyle/>
                    <a:p>
                      <a:r>
                        <a:rPr lang="en-US" b="1" dirty="0"/>
                        <a:t>150</a:t>
                      </a:r>
                      <a:endParaRPr lang="en-GB" b="1" dirty="0"/>
                    </a:p>
                  </a:txBody>
                  <a:tcPr/>
                </a:tc>
                <a:extLst>
                  <a:ext uri="{0D108BD9-81ED-4DB2-BD59-A6C34878D82A}">
                    <a16:rowId xmlns:a16="http://schemas.microsoft.com/office/drawing/2014/main" val="494210548"/>
                  </a:ext>
                </a:extLst>
              </a:tr>
            </a:tbl>
          </a:graphicData>
        </a:graphic>
      </p:graphicFrame>
      <p:sp>
        <p:nvSpPr>
          <p:cNvPr id="3" name="TextBox 2">
            <a:extLst>
              <a:ext uri="{FF2B5EF4-FFF2-40B4-BE49-F238E27FC236}">
                <a16:creationId xmlns:a16="http://schemas.microsoft.com/office/drawing/2014/main" id="{DFCE7B37-91C3-613B-04C9-FA65567C98F7}"/>
              </a:ext>
            </a:extLst>
          </p:cNvPr>
          <p:cNvSpPr txBox="1"/>
          <p:nvPr/>
        </p:nvSpPr>
        <p:spPr>
          <a:xfrm>
            <a:off x="685800" y="4736592"/>
            <a:ext cx="7644384" cy="738664"/>
          </a:xfrm>
          <a:prstGeom prst="rect">
            <a:avLst/>
          </a:prstGeom>
          <a:noFill/>
        </p:spPr>
        <p:txBody>
          <a:bodyPr wrap="square" rtlCol="0">
            <a:spAutoFit/>
          </a:bodyPr>
          <a:lstStyle/>
          <a:p>
            <a:r>
              <a:rPr lang="en-US" b="1" dirty="0">
                <a:solidFill>
                  <a:srgbClr val="C00000"/>
                </a:solidFill>
              </a:rPr>
              <a:t>Note - </a:t>
            </a:r>
          </a:p>
          <a:p>
            <a:r>
              <a:rPr lang="en-US" dirty="0">
                <a:solidFill>
                  <a:srgbClr val="C00000"/>
                </a:solidFill>
              </a:rPr>
              <a:t>Trained on NVIDIA RTX 4060 GPU where time taken to train the model varies from 90 seconds to 180 seconds for 1 epoch depending on algorithms used .</a:t>
            </a:r>
            <a:endParaRPr lang="en-GB" dirty="0">
              <a:solidFill>
                <a:srgbClr val="C00000"/>
              </a:solidFill>
            </a:endParaRPr>
          </a:p>
        </p:txBody>
      </p:sp>
    </p:spTree>
    <p:extLst>
      <p:ext uri="{BB962C8B-B14F-4D97-AF65-F5344CB8AC3E}">
        <p14:creationId xmlns:p14="http://schemas.microsoft.com/office/powerpoint/2010/main" val="4064510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47685-FF4F-F6C2-7158-47B52E20E932}"/>
              </a:ext>
            </a:extLst>
          </p:cNvPr>
          <p:cNvSpPr>
            <a:spLocks noGrp="1"/>
          </p:cNvSpPr>
          <p:nvPr>
            <p:ph type="ctrTitle"/>
          </p:nvPr>
        </p:nvSpPr>
        <p:spPr>
          <a:xfrm>
            <a:off x="694944" y="1359408"/>
            <a:ext cx="7754112" cy="716280"/>
          </a:xfrm>
        </p:spPr>
        <p:txBody>
          <a:bodyPr>
            <a:normAutofit fontScale="90000"/>
          </a:bodyPr>
          <a:lstStyle/>
          <a:p>
            <a:r>
              <a:rPr lang="en-US" dirty="0">
                <a:solidFill>
                  <a:srgbClr val="C00000"/>
                </a:solidFill>
                <a:latin typeface="Times New Roman" panose="02020603050405020304" pitchFamily="18" charset="0"/>
                <a:cs typeface="Times New Roman" panose="02020603050405020304" pitchFamily="18" charset="0"/>
              </a:rPr>
              <a:t>FUTURE WORKS POSSIBLE -</a:t>
            </a:r>
            <a:endParaRPr lang="en-GB" dirty="0">
              <a:solidFill>
                <a:srgbClr val="C0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B7A519E-6A4F-E8FE-76B6-A8C0D50077ED}"/>
              </a:ext>
            </a:extLst>
          </p:cNvPr>
          <p:cNvSpPr>
            <a:spLocks noGrp="1"/>
          </p:cNvSpPr>
          <p:nvPr>
            <p:ph type="subTitle" idx="1"/>
          </p:nvPr>
        </p:nvSpPr>
        <p:spPr>
          <a:xfrm>
            <a:off x="786384" y="2240280"/>
            <a:ext cx="7891272" cy="2276856"/>
          </a:xfrm>
        </p:spPr>
        <p:txBody>
          <a:bodyPr>
            <a:normAutofit/>
          </a:bodyPr>
          <a:lstStyle/>
          <a:p>
            <a:pPr marL="545465" indent="-457200" algn="l">
              <a:buFont typeface="Arial" panose="020B0604020202020204" pitchFamily="34" charset="0"/>
              <a:buChar char="•"/>
            </a:pPr>
            <a:r>
              <a:rPr lang="en-US" sz="1800" dirty="0"/>
              <a:t>There is a possibility for segmentation for multiple pixel as there is availability of pixel annotation.</a:t>
            </a:r>
          </a:p>
          <a:p>
            <a:pPr marL="545465" indent="-457200" algn="l">
              <a:buFont typeface="Arial" panose="020B0604020202020204" pitchFamily="34" charset="0"/>
              <a:buChar char="•"/>
            </a:pPr>
            <a:r>
              <a:rPr lang="en-US" sz="1800" dirty="0"/>
              <a:t>We can try to improve over the algorithm DeeplabV3+ so that results can be improved.</a:t>
            </a:r>
          </a:p>
          <a:p>
            <a:pPr marL="545465" indent="-457200" algn="l">
              <a:buFont typeface="Arial" panose="020B0604020202020204" pitchFamily="34" charset="0"/>
              <a:buChar char="•"/>
            </a:pPr>
            <a:r>
              <a:rPr lang="en-US" sz="1800" dirty="0"/>
              <a:t>We can validate the future proposed algorithm on two datasets available publicly .</a:t>
            </a:r>
            <a:endParaRPr lang="en-GB" sz="1800" dirty="0"/>
          </a:p>
        </p:txBody>
      </p:sp>
    </p:spTree>
    <p:extLst>
      <p:ext uri="{BB962C8B-B14F-4D97-AF65-F5344CB8AC3E}">
        <p14:creationId xmlns:p14="http://schemas.microsoft.com/office/powerpoint/2010/main" val="2036528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14EDA-4C84-0B04-A220-5AA4341E7ED4}"/>
              </a:ext>
            </a:extLst>
          </p:cNvPr>
          <p:cNvSpPr>
            <a:spLocks noGrp="1"/>
          </p:cNvSpPr>
          <p:nvPr>
            <p:ph type="ctrTitle"/>
          </p:nvPr>
        </p:nvSpPr>
        <p:spPr>
          <a:xfrm>
            <a:off x="416779" y="1706989"/>
            <a:ext cx="7975600" cy="3818466"/>
          </a:xfrm>
        </p:spPr>
        <p:txBody>
          <a:bodyPr>
            <a:normAutofit/>
          </a:bodyPr>
          <a:lstStyle/>
          <a:p>
            <a:r>
              <a:rPr lang="en-US" dirty="0">
                <a:solidFill>
                  <a:srgbClr val="C00000"/>
                </a:solidFill>
                <a:latin typeface="Times New Roman" panose="02020603050405020304" pitchFamily="18" charset="0"/>
                <a:cs typeface="Times New Roman" panose="02020603050405020304" pitchFamily="18" charset="0"/>
              </a:rPr>
              <a:t>PROJECT LINK AS FOLLOWS –</a:t>
            </a:r>
            <a:br>
              <a:rPr lang="en-US" dirty="0">
                <a:solidFill>
                  <a:srgbClr val="C00000"/>
                </a:solidFill>
                <a:latin typeface="Times New Roman" panose="02020603050405020304" pitchFamily="18" charset="0"/>
                <a:cs typeface="Times New Roman" panose="02020603050405020304" pitchFamily="18" charset="0"/>
              </a:rPr>
            </a:br>
            <a:br>
              <a:rPr lang="en-US" dirty="0">
                <a:solidFill>
                  <a:srgbClr val="C00000"/>
                </a:solidFill>
                <a:latin typeface="Times New Roman" panose="02020603050405020304" pitchFamily="18" charset="0"/>
                <a:cs typeface="Times New Roman" panose="02020603050405020304" pitchFamily="18" charset="0"/>
              </a:rPr>
            </a:br>
            <a:br>
              <a:rPr lang="en-US" dirty="0">
                <a:solidFill>
                  <a:schemeClr val="tx1"/>
                </a:solidFill>
                <a:latin typeface="Times New Roman" panose="02020603050405020304" pitchFamily="18" charset="0"/>
                <a:cs typeface="Times New Roman" panose="02020603050405020304" pitchFamily="18" charset="0"/>
              </a:rPr>
            </a:br>
            <a:r>
              <a:rPr lang="en-US" sz="3200" dirty="0">
                <a:solidFill>
                  <a:schemeClr val="tx1"/>
                </a:solidFill>
                <a:latin typeface="Times New Roman" panose="02020603050405020304" pitchFamily="18" charset="0"/>
                <a:cs typeface="Times New Roman" panose="02020603050405020304" pitchFamily="18" charset="0"/>
              </a:rPr>
              <a:t>www.github.com/Ujjwal6710/Underwater-bodies-semantic-Segmentation </a:t>
            </a:r>
            <a:r>
              <a:rPr lang="en-US" sz="3200" dirty="0">
                <a:solidFill>
                  <a:srgbClr val="00B0F0"/>
                </a:solidFill>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val="tx"/>
                    </a:ext>
                  </a:extLst>
                </a:hlinkClick>
              </a:rPr>
              <a:t>[5]</a:t>
            </a:r>
            <a:br>
              <a:rPr lang="en-US" dirty="0"/>
            </a:br>
            <a:endParaRPr lang="en-GB" dirty="0"/>
          </a:p>
        </p:txBody>
      </p:sp>
    </p:spTree>
    <p:extLst>
      <p:ext uri="{BB962C8B-B14F-4D97-AF65-F5344CB8AC3E}">
        <p14:creationId xmlns:p14="http://schemas.microsoft.com/office/powerpoint/2010/main" val="779860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C427D-9D6D-CD5D-5239-4AB0195FAD01}"/>
              </a:ext>
            </a:extLst>
          </p:cNvPr>
          <p:cNvSpPr>
            <a:spLocks noGrp="1"/>
          </p:cNvSpPr>
          <p:nvPr>
            <p:ph type="ctrTitle"/>
          </p:nvPr>
        </p:nvSpPr>
        <p:spPr>
          <a:xfrm>
            <a:off x="519199" y="1295375"/>
            <a:ext cx="7772400" cy="585047"/>
          </a:xfrm>
        </p:spPr>
        <p:txBody>
          <a:bodyPr>
            <a:normAutofit fontScale="90000"/>
          </a:bodyPr>
          <a:lstStyle/>
          <a:p>
            <a:r>
              <a:rPr lang="en-US" dirty="0">
                <a:solidFill>
                  <a:srgbClr val="C00000"/>
                </a:solidFill>
                <a:latin typeface="Times New Roman" panose="02020603050405020304" pitchFamily="18" charset="0"/>
                <a:cs typeface="Times New Roman" panose="02020603050405020304" pitchFamily="18" charset="0"/>
              </a:rPr>
              <a:t>References - </a:t>
            </a:r>
          </a:p>
        </p:txBody>
      </p:sp>
      <p:sp>
        <p:nvSpPr>
          <p:cNvPr id="3" name="Subtitle 2">
            <a:extLst>
              <a:ext uri="{FF2B5EF4-FFF2-40B4-BE49-F238E27FC236}">
                <a16:creationId xmlns:a16="http://schemas.microsoft.com/office/drawing/2014/main" id="{4285E84A-2DE9-32BF-0248-DEB4D24327EC}"/>
              </a:ext>
            </a:extLst>
          </p:cNvPr>
          <p:cNvSpPr>
            <a:spLocks noGrp="1"/>
          </p:cNvSpPr>
          <p:nvPr>
            <p:ph type="subTitle" idx="1"/>
          </p:nvPr>
        </p:nvSpPr>
        <p:spPr>
          <a:xfrm>
            <a:off x="519199" y="1828801"/>
            <a:ext cx="7939001" cy="4366342"/>
          </a:xfrm>
        </p:spPr>
        <p:txBody>
          <a:bodyPr>
            <a:normAutofit/>
          </a:bodyPr>
          <a:lstStyle/>
          <a:p>
            <a:pPr algn="l">
              <a:buFont typeface="Arial" panose="020B0604020202020204" pitchFamily="34" charset="0"/>
              <a:buChar char="•"/>
            </a:pPr>
            <a:endParaRPr lang="en-US" sz="1200" dirty="0">
              <a:solidFill>
                <a:schemeClr val="tx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GB" sz="1400" b="0" dirty="0">
                <a:solidFill>
                  <a:schemeClr val="tx1"/>
                </a:solidFill>
                <a:effectLst/>
                <a:latin typeface="Times New Roman" panose="02020603050405020304" pitchFamily="18" charset="0"/>
                <a:cs typeface="Times New Roman" panose="02020603050405020304" pitchFamily="18" charset="0"/>
              </a:rPr>
              <a:t>Islam, M. J., Edge, C., Xiao, Y., Luo, P., </a:t>
            </a:r>
            <a:r>
              <a:rPr lang="en-GB" sz="1400" b="0" dirty="0" err="1">
                <a:solidFill>
                  <a:schemeClr val="tx1"/>
                </a:solidFill>
                <a:effectLst/>
                <a:latin typeface="Times New Roman" panose="02020603050405020304" pitchFamily="18" charset="0"/>
                <a:cs typeface="Times New Roman" panose="02020603050405020304" pitchFamily="18" charset="0"/>
              </a:rPr>
              <a:t>Mehtaz</a:t>
            </a:r>
            <a:r>
              <a:rPr lang="en-GB" sz="1400" b="0" dirty="0">
                <a:solidFill>
                  <a:schemeClr val="tx1"/>
                </a:solidFill>
                <a:effectLst/>
                <a:latin typeface="Times New Roman" panose="02020603050405020304" pitchFamily="18" charset="0"/>
                <a:cs typeface="Times New Roman" panose="02020603050405020304" pitchFamily="18" charset="0"/>
              </a:rPr>
              <a:t>, M., Morse, C., … Sattar, J. (2020). Semantic Segmentation of Underwater Imagery: Dataset and Benchmark. 2020 IEEE/RSJ International Conference on Intelligent Robots and Systems (IROS), 1769–1776. doi:10.1109/IROS45743.2020.934</a:t>
            </a:r>
            <a:r>
              <a:rPr lang="en-GB" sz="1400" b="0" dirty="0">
                <a:solidFill>
                  <a:srgbClr val="0070C0"/>
                </a:solidFill>
                <a:effectLst/>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val="tx"/>
                    </a:ext>
                  </a:extLst>
                </a:hlinkClick>
              </a:rPr>
              <a:t>[1] </a:t>
            </a:r>
            <a:endParaRPr lang="en-GB" sz="1400" b="0" dirty="0">
              <a:solidFill>
                <a:srgbClr val="0070C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Long, J.; Shelhamer, E.; Darrell, T. Fully Convolutional Networks for Semantic Segmentation. IEEE Trans. Pattern Anal. Mach. Intell. 2014, 39, 640–651</a:t>
            </a:r>
            <a:r>
              <a:rPr lang="en-US" sz="1400" dirty="0">
                <a:solidFill>
                  <a:srgbClr val="0070C0"/>
                </a:solidFill>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val="tx"/>
                    </a:ext>
                  </a:extLst>
                </a:hlinkClick>
              </a:rPr>
              <a:t>[2]</a:t>
            </a:r>
            <a:endParaRPr lang="en-US" sz="1400" dirty="0">
              <a:solidFill>
                <a:srgbClr val="0070C0"/>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GB" sz="1400" dirty="0">
                <a:latin typeface="Times New Roman" panose="02020603050405020304" pitchFamily="18" charset="0"/>
                <a:cs typeface="Times New Roman" panose="02020603050405020304" pitchFamily="18" charset="0"/>
              </a:rPr>
              <a:t>Ronneberger, O.; Fischer, P.; Brox, T. U-net: Convolutional Networks for Biomedical Image Segmentation. In Proceedings of the International Conference on Medical image computing and computer-assisted intervention, Munich, German, 18 May 2015; pp. 234–241.</a:t>
            </a:r>
            <a:r>
              <a:rPr lang="en-US" sz="1400" dirty="0">
                <a:solidFill>
                  <a:srgbClr val="0070C0"/>
                </a:solidFill>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val="tx"/>
                    </a:ext>
                  </a:extLst>
                </a:hlinkClick>
              </a:rPr>
              <a:t>[3]</a:t>
            </a:r>
            <a:endParaRPr lang="en-US" sz="1400" dirty="0">
              <a:solidFill>
                <a:srgbClr val="0070C0"/>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GB" sz="1400" b="0" dirty="0">
                <a:solidFill>
                  <a:srgbClr val="222222"/>
                </a:solidFill>
                <a:effectLst/>
                <a:latin typeface="Times New Roman" panose="02020603050405020304" pitchFamily="18" charset="0"/>
                <a:cs typeface="Times New Roman" panose="02020603050405020304" pitchFamily="18" charset="0"/>
              </a:rPr>
              <a:t>Chen, LC., Zhu, Y., Papandreou, G., Schroff, F., Adam, H. (2018). Encoder-Decoder with Atrous Separable Convolution for Semantic Image Segmentation. In: Ferrari, V., Hebert, M., Sminchisescu, C., Weiss, Y. (eds) Computer Vision – ECCV 2018. ECCV 2018. Lecture Notes in Computer Science(), vol 11211. Springer, Cham. https://doi.org/10.1007/978-3-030-01234-2_49 </a:t>
            </a:r>
            <a:r>
              <a:rPr lang="en-GB" sz="1400" dirty="0">
                <a:solidFill>
                  <a:srgbClr val="0070C0"/>
                </a:solidFill>
                <a:latin typeface="Times New Roman" panose="02020603050405020304" pitchFamily="18" charset="0"/>
                <a:cs typeface="Times New Roman" panose="02020603050405020304" pitchFamily="18" charset="0"/>
                <a:hlinkClick r:id="rId5" action="ppaction://hlinksldjump">
                  <a:extLst>
                    <a:ext uri="{A12FA001-AC4F-418D-AE19-62706E023703}">
                      <ahyp:hlinkClr xmlns:ahyp="http://schemas.microsoft.com/office/drawing/2018/hyperlinkcolor" val="tx"/>
                    </a:ext>
                  </a:extLst>
                </a:hlinkClick>
              </a:rPr>
              <a:t>[4]</a:t>
            </a:r>
            <a:endParaRPr lang="en-GB" sz="1400" b="0" dirty="0">
              <a:solidFill>
                <a:srgbClr val="0070C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GB" sz="1400" dirty="0">
                <a:solidFill>
                  <a:schemeClr val="tx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Ujjwal6710/Underwater-bodies-semantic-Segmentation: Semantic segmentation for underwater bodies using models like </a:t>
            </a:r>
            <a:r>
              <a:rPr lang="en-GB" sz="1400" dirty="0" err="1">
                <a:solidFill>
                  <a:schemeClr val="tx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Fcn</a:t>
            </a:r>
            <a:r>
              <a:rPr lang="en-GB" sz="1400" dirty="0">
                <a:solidFill>
                  <a:schemeClr val="tx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 , U-net , etc. with </a:t>
            </a:r>
            <a:r>
              <a:rPr lang="en-GB" sz="1400" dirty="0" err="1">
                <a:solidFill>
                  <a:schemeClr val="tx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gpu</a:t>
            </a:r>
            <a:r>
              <a:rPr lang="en-GB" sz="1400" dirty="0">
                <a:solidFill>
                  <a:schemeClr val="tx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 computation</a:t>
            </a:r>
            <a:r>
              <a:rPr lang="en-GB" sz="1400" dirty="0">
                <a:solidFill>
                  <a:srgbClr val="0070C0"/>
                </a:solidFill>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val="tx"/>
                    </a:ext>
                  </a:extLst>
                </a:hlinkClick>
              </a:rPr>
              <a:t>[5]</a:t>
            </a:r>
            <a:r>
              <a:rPr lang="en-GB" sz="1400" dirty="0">
                <a:solidFill>
                  <a:srgbClr val="0070C0"/>
                </a:solidFill>
                <a:latin typeface="Times New Roman" panose="02020603050405020304" pitchFamily="18" charset="0"/>
                <a:cs typeface="Times New Roman" panose="02020603050405020304" pitchFamily="18" charset="0"/>
              </a:rPr>
              <a:t>.</a:t>
            </a:r>
            <a:endParaRPr lang="en-GB" dirty="0">
              <a:solidFill>
                <a:srgbClr val="0070C0"/>
              </a:solidFill>
            </a:endParaRPr>
          </a:p>
          <a:p>
            <a:endParaRPr lang="en-US" dirty="0"/>
          </a:p>
        </p:txBody>
      </p:sp>
    </p:spTree>
    <p:extLst>
      <p:ext uri="{BB962C8B-B14F-4D97-AF65-F5344CB8AC3E}">
        <p14:creationId xmlns:p14="http://schemas.microsoft.com/office/powerpoint/2010/main" val="1743792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8"/>
          <p:cNvSpPr txBox="1">
            <a:spLocks noGrp="1"/>
          </p:cNvSpPr>
          <p:nvPr>
            <p:ph type="body" idx="1"/>
          </p:nvPr>
        </p:nvSpPr>
        <p:spPr>
          <a:xfrm>
            <a:off x="1033650" y="2120825"/>
            <a:ext cx="7076700" cy="3376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580"/>
              </a:spcBef>
              <a:spcAft>
                <a:spcPts val="0"/>
              </a:spcAft>
              <a:buSzPts val="1530"/>
              <a:buNone/>
            </a:pPr>
            <a:r>
              <a:rPr lang="en-US" sz="7000" b="1" dirty="0">
                <a:solidFill>
                  <a:srgbClr val="C00000"/>
                </a:solidFill>
              </a:rPr>
              <a:t>THANK YOU!</a:t>
            </a:r>
            <a:endParaRPr sz="7000" b="1" dirty="0">
              <a:solidFill>
                <a:srgbClr val="C00000"/>
              </a:solidFill>
            </a:endParaRPr>
          </a:p>
          <a:p>
            <a:pPr marL="0" lvl="0" indent="0" algn="ctr" rtl="0">
              <a:lnSpc>
                <a:spcPct val="100000"/>
              </a:lnSpc>
              <a:spcBef>
                <a:spcPts val="580"/>
              </a:spcBef>
              <a:spcAft>
                <a:spcPts val="0"/>
              </a:spcAft>
              <a:buSzPts val="1530"/>
              <a:buNone/>
            </a:pPr>
            <a:endParaRPr sz="6600" dirty="0"/>
          </a:p>
        </p:txBody>
      </p:sp>
      <p:sp>
        <p:nvSpPr>
          <p:cNvPr id="260" name="Google Shape;260;p38"/>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CS-756</a:t>
            </a:r>
            <a:endParaRPr dirty="0"/>
          </a:p>
        </p:txBody>
      </p:sp>
    </p:spTree>
  </p:cSld>
  <p:clrMapOvr>
    <a:masterClrMapping/>
  </p:clrMapOvr>
</p:sld>
</file>

<file path=ppt/theme/theme1.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634</TotalTime>
  <Words>1014</Words>
  <Application>Microsoft Office PowerPoint</Application>
  <PresentationFormat>On-screen Show (4:3)</PresentationFormat>
  <Paragraphs>86</Paragraphs>
  <Slides>18</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Libre Franklin</vt:lpstr>
      <vt:lpstr>Libre Baskerville</vt:lpstr>
      <vt:lpstr>Noto Sans Symbols</vt:lpstr>
      <vt:lpstr>Times New Roman</vt:lpstr>
      <vt:lpstr>Arial</vt:lpstr>
      <vt:lpstr>Georgia</vt:lpstr>
      <vt:lpstr>Calibri</vt:lpstr>
      <vt:lpstr>Equity</vt:lpstr>
      <vt:lpstr>Underwater Segmentation</vt:lpstr>
      <vt:lpstr>Topics We’ll Cover</vt:lpstr>
      <vt:lpstr>PowerPoint Presentation</vt:lpstr>
      <vt:lpstr>Dataset – SUIM Dataset</vt:lpstr>
      <vt:lpstr>PowerPoint Presentation</vt:lpstr>
      <vt:lpstr>PowerPoint Presentation</vt:lpstr>
      <vt:lpstr>PowerPoint Presentation</vt:lpstr>
      <vt:lpstr>U-NET</vt:lpstr>
      <vt:lpstr>PowerPoint Presentation</vt:lpstr>
      <vt:lpstr>DeepLab V3+</vt:lpstr>
      <vt:lpstr>PowerPoint Presentation</vt:lpstr>
      <vt:lpstr>Dilation rate in Atrous Convolution</vt:lpstr>
      <vt:lpstr>PowerPoint Presentation</vt:lpstr>
      <vt:lpstr>RESULTS -</vt:lpstr>
      <vt:lpstr>FUTURE WORKS POSSIBLE -</vt:lpstr>
      <vt:lpstr>PROJECT LINK AS FOLLOWS –   www.github.com/Ujjwal6710/Underwater-bodies-semantic-Segmentation [5] </vt:lpstr>
      <vt:lpstr>References -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Ujjwal Chopra</dc:creator>
  <cp:lastModifiedBy>Ujjwal Chopra</cp:lastModifiedBy>
  <cp:revision>13</cp:revision>
  <dcterms:modified xsi:type="dcterms:W3CDTF">2025-03-24T15:52:51Z</dcterms:modified>
</cp:coreProperties>
</file>